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2" r:id="rId5"/>
    <p:sldId id="259" r:id="rId6"/>
    <p:sldId id="263" r:id="rId7"/>
    <p:sldId id="264" r:id="rId8"/>
    <p:sldId id="265" r:id="rId9"/>
    <p:sldId id="260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2922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78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7130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8774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5164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1550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83680" y="182880"/>
            <a:ext cx="3200400" cy="320040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(ANALYZE, BUFFERS)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20640" y="1755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orders 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120640" y="213969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customers c ON ...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120640" y="25237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o.status = 'pending';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234440"/>
            <a:ext cx="3931920" cy="17373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1206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(ANALYZE, BUFFERS)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20640" y="1755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orders 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20640" y="213969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customers c ON ...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25237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o.status = 'pending';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11887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EXPLAIN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5720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8BD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Keyword in PostgreSQL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2651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you should know about</a:t>
            </a:r>
          </a:p>
          <a:p>
            <a:pPr marL="0" indent="0" algn="l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Execution Plans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Performance Engineering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EXPLAIN ANALYZE?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3886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3886200" cy="41148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0789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only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6002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Shows the planner's INTENDED plan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574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Does NOT run the query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5146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Safe to use on production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9718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Shows estimated costs, rows, width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4290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actual timing or real row counts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34840" y="1051560"/>
            <a:ext cx="43891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8BDF8">
                <a:alpha val="7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389120" cy="411480"/>
          </a:xfrm>
          <a:prstGeom prst="rect">
            <a:avLst/>
          </a:prstGeom>
          <a:solidFill>
            <a:srgbClr val="ECFEFF"/>
          </a:solidFill>
          <a:ln w="1270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26280" y="10789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ANALYZE  ✓ Use This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80560" y="16002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Actually EXECUTES the query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20574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Reports real timing per node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0560" y="25146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Shows actual vs estimated rows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80560" y="29718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Reveals buffer (I/O) usage with BUFFERS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34290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Exposes sort spills, loop counts &amp; more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4590288"/>
            <a:ext cx="854964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11480" y="45994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(ANALYZE, BUFFERS, FORMAT TEXT)  SELECT ...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1371600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  <a:effectLst>
            <a:outerShdw blurRad="127000" dist="381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Scan on orders</a:t>
            </a: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(cost=</a:t>
            </a: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0.00..4820.00</a:t>
            </a: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rows=</a:t>
            </a:r>
            <a:r>
              <a:rPr lang="en-US" sz="13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width=120)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5331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(actual time=</a:t>
            </a:r>
            <a:r>
              <a:rPr lang="en-US" sz="13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0.031..45.231</a:t>
            </a: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rows=</a:t>
            </a:r>
            <a:r>
              <a:rPr lang="en-US" sz="13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loops=1)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71907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Filter: (customer_id = 42)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Rows Removed by Filter: </a:t>
            </a:r>
            <a:r>
              <a:rPr lang="en-US" sz="13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99999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606040"/>
            <a:ext cx="27889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74320" y="2606040"/>
            <a:ext cx="64008" cy="10058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11480" y="26700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cost=0.00..4820.00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9900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estimate (startup..total). NOT milliseconds — arbitrary units.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2606040"/>
            <a:ext cx="27889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200400" y="2606040"/>
            <a:ext cx="64008" cy="10058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337560" y="26700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time=0.031..45.231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37560" y="29900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wall-clock ms. This is what actually took time.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2606040"/>
            <a:ext cx="27889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126480" y="2606040"/>
            <a:ext cx="64008" cy="100584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26700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rows=1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63640" y="29900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rows (planner). Compare to actual to spot bad estimates.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3703320"/>
            <a:ext cx="27889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274320" y="3703320"/>
            <a:ext cx="64008" cy="10058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11480" y="37673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rows=1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40873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rows returned. Mismatch with estimated = plan quality issue.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3703320"/>
            <a:ext cx="27889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3200400" y="3703320"/>
            <a:ext cx="6400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337560" y="37673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loops=1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337560" y="40873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this node ran. Multiply time × loops for true total cost.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3703320"/>
            <a:ext cx="27889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6126480" y="3703320"/>
            <a:ext cx="64008" cy="10058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263640" y="37673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Removed by Filter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263640" y="40873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scanned but discarded. High number = missing index.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Reading the Output</a:t>
            </a:r>
            <a:endParaRPr lang="en-US" sz="2800" dirty="0"/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287" y="905256"/>
            <a:ext cx="6829425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387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Common Node Types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34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8346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10515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Scan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993392" y="1051560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993392" y="10515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Watch Out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" y="141732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entire table row by row. Fine for small tables. Bad for large tables with selective WHERE clauses.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84048" y="2468880"/>
            <a:ext cx="2633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 an index on the filtered column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18688" y="960120"/>
            <a:ext cx="2834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218688" y="960120"/>
            <a:ext cx="2834640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328416" y="10515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Scan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937760" y="1051560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937760" y="10515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Ideal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28416" y="141732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B-tree index to jump to matching rows. Fast for selective queries returning few rows.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28416" y="2468880"/>
            <a:ext cx="2633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Already optimal — keep it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63056" y="960120"/>
            <a:ext cx="2834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163056" y="960120"/>
            <a:ext cx="2834640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272784" y="10515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Bitmap Heap Scan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882128" y="1051560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882128" y="10515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Good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272784" y="141732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page locations via index (Bitmap Index Scan), then fetches in physical order. Reduces random I/O.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72784" y="2468880"/>
            <a:ext cx="2633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Good for medium selectivity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" y="2880360"/>
            <a:ext cx="2834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74320" y="2880360"/>
            <a:ext cx="28346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84048" y="29718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Nested Loop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1993392" y="2971800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993392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Check loops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84048" y="33375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outer row, scans the inner side. Deadly with high outer row counts — multiply time × loops.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84048" y="4389120"/>
            <a:ext cx="2633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Ensure inner index exists; consider Hash Join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18688" y="2880360"/>
            <a:ext cx="2834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3218688" y="2880360"/>
            <a:ext cx="2834640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3328416" y="29718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Join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937760" y="2971800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93776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Good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328416" y="33375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hash table from the smaller side, probes with the larger. Efficient for large unsorted datasets.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328416" y="4389120"/>
            <a:ext cx="2633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Watch for hash batches &gt; 1 (disk spill)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2880360"/>
            <a:ext cx="2834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163056" y="2880360"/>
            <a:ext cx="28346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272784" y="29718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7882128" y="2971800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7882128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Watch Disk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272784" y="33375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rows. If 'Sort Method: external merge Disk' appears, it spilled to disk — work_mem is too low.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272784" y="4389120"/>
            <a:ext cx="2633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SET work_mem = higher value; or add index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Common Node Types</a:t>
            </a:r>
            <a:endParaRPr lang="en-US" sz="2800" dirty="0"/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25" y="1200150"/>
            <a:ext cx="691515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06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Common Node Types</a:t>
            </a:r>
            <a:endParaRPr lang="en-US" sz="2800" dirty="0"/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25" y="1200150"/>
            <a:ext cx="691515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73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20040" y="2286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Common Node Types</a:t>
            </a:r>
            <a:endParaRPr lang="en-US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381125"/>
            <a:ext cx="6400800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086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🚨  5 Red Flags in EXPLAIN ANALYZE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127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54864" cy="73152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384048" cy="384048"/>
          </a:xfrm>
          <a:prstGeom prst="rect">
            <a:avLst/>
          </a:prstGeom>
          <a:solidFill>
            <a:srgbClr val="F87171">
              <a:alpha val="80000"/>
            </a:srgbClr>
          </a:solidFill>
          <a:ln w="12700">
            <a:solidFill>
              <a:srgbClr val="F8717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9692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≠ Actual Rows (Large Gap)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1261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rows=1  →  actual rows=85,000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960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picks wrong join/strategy. Run ANALYZE to refresh table statistics.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3441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ANALYZE table_name;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709928"/>
            <a:ext cx="859536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127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1709928"/>
            <a:ext cx="54864" cy="73152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11480" y="1847088"/>
            <a:ext cx="384048" cy="384048"/>
          </a:xfrm>
          <a:prstGeom prst="rect">
            <a:avLst/>
          </a:prstGeom>
          <a:solidFill>
            <a:srgbClr val="F87171">
              <a:alpha val="80000"/>
            </a:srgbClr>
          </a:solidFill>
          <a:ln w="12700">
            <a:solidFill>
              <a:srgbClr val="F8717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148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17647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"Rows Removed by Filter" is Huge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2057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Removed by Filter: 4,999,999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17556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table scanned to find almost nothing. Classic missing-index symptom.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213969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CREATE INDEX ON table(column);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505456"/>
            <a:ext cx="859536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127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74320" y="2505456"/>
            <a:ext cx="54864" cy="73152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11480" y="2642616"/>
            <a:ext cx="384048" cy="384048"/>
          </a:xfrm>
          <a:prstGeom prst="rect">
            <a:avLst/>
          </a:prstGeom>
          <a:solidFill>
            <a:srgbClr val="F87171">
              <a:alpha val="80000"/>
            </a:srgbClr>
          </a:solidFill>
          <a:ln w="12700">
            <a:solidFill>
              <a:srgbClr val="F8717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1148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560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loops on Inner Node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14400" y="2852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Scan ... (actual time=0.8 rows=1 loops=10000)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25511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0.8ms × 10,000 = 8 seconds for that node alone. Classic N+1 in disguise.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293522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Rewrite as JOIN or add covering index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300984"/>
            <a:ext cx="859536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127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74320" y="3300984"/>
            <a:ext cx="54864" cy="73152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11480" y="3438144"/>
            <a:ext cx="384048" cy="384048"/>
          </a:xfrm>
          <a:prstGeom prst="rect">
            <a:avLst/>
          </a:prstGeom>
          <a:solidFill>
            <a:srgbClr val="F87171">
              <a:alpha val="80000"/>
            </a:srgbClr>
          </a:solidFill>
          <a:ln w="12700">
            <a:solidFill>
              <a:srgbClr val="F8717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11480" y="3438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33558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Spilling to Disk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14400" y="36484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 Method: external merge  Disk: 32768kB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33467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didn't fit in work_mem. Disk I/O is orders of magnitude slower.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46320" y="373075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SET work_mem = '256MB';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4320" y="4096512"/>
            <a:ext cx="859536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127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274320" y="4096512"/>
            <a:ext cx="54864" cy="73152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11480" y="4233672"/>
            <a:ext cx="384048" cy="384048"/>
          </a:xfrm>
          <a:prstGeom prst="rect">
            <a:avLst/>
          </a:prstGeom>
          <a:solidFill>
            <a:srgbClr val="F87171">
              <a:alpha val="80000"/>
            </a:srgbClr>
          </a:solidFill>
          <a:ln w="12700">
            <a:solidFill>
              <a:srgbClr val="F8717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411480" y="4233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" y="415137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Buffer Reads (Not Cached)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914400" y="44439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Buffers: shared hit=10  read=12000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0" y="414223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disk reads vs. cache hits. Data not in shared_buffers — heavy I/O.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46320" y="4526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Add index, or increase shared_buffers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695</TotalTime>
  <Words>753</Words>
  <Application>Microsoft Office PowerPoint</Application>
  <PresentationFormat>화면 슬라이드 쇼(16:9)</PresentationFormat>
  <Paragraphs>108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 ANALYZE in PostgreSQL</dc:title>
  <dc:subject>PptxGenJS Presentation</dc:subject>
  <dc:creator>PptxGenJS</dc:creator>
  <cp:lastModifiedBy>NGUYEN THI BINH AN</cp:lastModifiedBy>
  <cp:revision>8</cp:revision>
  <dcterms:created xsi:type="dcterms:W3CDTF">2026-05-18T08:37:01Z</dcterms:created>
  <dcterms:modified xsi:type="dcterms:W3CDTF">2026-05-22T08:03:44Z</dcterms:modified>
</cp:coreProperties>
</file>