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6" r:id="rId5"/>
    <p:sldId id="3857" r:id="rId6"/>
    <p:sldId id="263" r:id="rId7"/>
    <p:sldId id="268" r:id="rId8"/>
    <p:sldId id="3848" r:id="rId9"/>
    <p:sldId id="3866" r:id="rId10"/>
    <p:sldId id="3850" r:id="rId11"/>
    <p:sldId id="3851" r:id="rId12"/>
    <p:sldId id="3865" r:id="rId13"/>
    <p:sldId id="3867" r:id="rId14"/>
    <p:sldId id="261" r:id="rId15"/>
    <p:sldId id="3862" r:id="rId16"/>
    <p:sldId id="3869" r:id="rId17"/>
    <p:sldId id="384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92" autoAdjust="0"/>
    <p:restoredTop sz="94694" autoAdjust="0"/>
  </p:normalViewPr>
  <p:slideViewPr>
    <p:cSldViewPr snapToGrid="0">
      <p:cViewPr varScale="1">
        <p:scale>
          <a:sx n="150" d="100"/>
          <a:sy n="150" d="100"/>
        </p:scale>
        <p:origin x="3258" y="126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79967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281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091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818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2189C-BC4E-5500-86EE-6F33019E9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AF856-45E6-AA74-4B04-8D18D16234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076D8F-EA67-2B0A-0300-EACF694BA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B6CDA-AD1B-1F5D-777F-3DA3ABF5E9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7271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538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50003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EAEDA-1F42-1F74-076E-E9B5F64FD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F12466-9068-CB50-0873-16B3ADD8FF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6712EA-E343-0FC4-33CB-3FA474BDF5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D54A8D-6ACD-8CA2-406A-3D51ABA79A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65646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0832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C09CD-D827-9681-D9C6-DB17E030D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B9BF6-6C3C-3EBF-5193-70A786E54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358CCE-B7C1-1C6E-7F83-FAB80641C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9662F5-E11B-E2A4-AE21-5DD3211788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7863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229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4084" y="2501375"/>
            <a:ext cx="6261291" cy="3630980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[20260805] </a:t>
            </a:r>
            <a:br>
              <a:rPr lang="en-US" dirty="0"/>
            </a:br>
            <a:r>
              <a:rPr lang="en-US" dirty="0"/>
              <a:t>PCCP Topic #1</a:t>
            </a:r>
            <a:br>
              <a:rPr lang="en-US" dirty="0"/>
            </a:br>
            <a:r>
              <a:rPr lang="en-US" dirty="0"/>
              <a:t>Brute Force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AX Development Team</a:t>
            </a:r>
            <a:br>
              <a:rPr lang="en-US" sz="2400" dirty="0"/>
            </a:br>
            <a:r>
              <a:rPr lang="en-US" sz="2400" dirty="0"/>
              <a:t>Nguyen Thi Binh An </a:t>
            </a:r>
          </a:p>
        </p:txBody>
      </p:sp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2001832"/>
            <a:ext cx="6560142" cy="3063149"/>
          </a:xfrm>
          <a:noFill/>
        </p:spPr>
        <p:txBody>
          <a:bodyPr/>
          <a:lstStyle/>
          <a:p>
            <a:r>
              <a:rPr lang="en-US" altLang="ko-KR" dirty="0"/>
              <a:t>PCCP Introduction</a:t>
            </a:r>
          </a:p>
        </p:txBody>
      </p:sp>
    </p:spTree>
    <p:extLst>
      <p:ext uri="{BB962C8B-B14F-4D97-AF65-F5344CB8AC3E}">
        <p14:creationId xmlns:p14="http://schemas.microsoft.com/office/powerpoint/2010/main" val="1599036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103C39C-4BAC-4FDE-81AE-2CD3FF5092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AA967D-A62A-4B7E-8A7D-BD6190A7F5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7220" y="1136132"/>
            <a:ext cx="4876800" cy="4876800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CED9542-E80C-4BEB-8AF2-96515C5E8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3724" y="1197472"/>
            <a:ext cx="4915163" cy="2094368"/>
          </a:xfrm>
          <a:noFill/>
        </p:spPr>
        <p:txBody>
          <a:bodyPr>
            <a:normAutofit lnSpcReduction="10000"/>
          </a:bodyPr>
          <a:lstStyle/>
          <a:p>
            <a:r>
              <a:rPr lang="en-US" b="1" dirty="0"/>
              <a:t>Overview</a:t>
            </a:r>
          </a:p>
          <a:p>
            <a:pPr lvl="1"/>
            <a:r>
              <a:rPr lang="en-US" dirty="0"/>
              <a:t>Programmer Coding Competency Certification</a:t>
            </a:r>
          </a:p>
          <a:p>
            <a:pPr lvl="1"/>
            <a:r>
              <a:rPr lang="en-US" dirty="0"/>
              <a:t>Way for LG CNS validating coding competence</a:t>
            </a:r>
          </a:p>
          <a:p>
            <a:pPr lvl="1"/>
            <a:r>
              <a:rPr lang="en-US" dirty="0"/>
              <a:t>Focus on problem solving (DSA)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176E4F11-9C99-45D1-9FB3-4DDF3111628C}"/>
              </a:ext>
            </a:extLst>
          </p:cNvPr>
          <p:cNvSpPr txBox="1">
            <a:spLocks/>
          </p:cNvSpPr>
          <p:nvPr/>
        </p:nvSpPr>
        <p:spPr>
          <a:xfrm>
            <a:off x="838199" y="3566161"/>
            <a:ext cx="4915163" cy="2472699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Paint points</a:t>
            </a:r>
          </a:p>
          <a:p>
            <a:pPr lvl="1"/>
            <a:r>
              <a:rPr lang="en-US" b="1" dirty="0"/>
              <a:t>Code on web browser without IDE</a:t>
            </a:r>
          </a:p>
          <a:p>
            <a:pPr lvl="1"/>
            <a:r>
              <a:rPr lang="en-US" dirty="0"/>
              <a:t>Just provide sample cases</a:t>
            </a:r>
          </a:p>
          <a:p>
            <a:pPr lvl="1"/>
            <a:r>
              <a:rPr lang="en-US" dirty="0"/>
              <a:t>Require </a:t>
            </a:r>
            <a:r>
              <a:rPr lang="en-US" altLang="ko-KR" dirty="0"/>
              <a:t>requirements analysis, coding, testing, debug skills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>
            <a:noAutofit/>
          </a:bodyPr>
          <a:lstStyle/>
          <a:p>
            <a:r>
              <a:rPr lang="en-US" dirty="0"/>
              <a:t>Contest Scope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CAC8AB7-ACAA-469C-920D-AFAE13627DE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934200" cy="429768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buClr>
                <a:schemeClr val="accent2"/>
              </a:buClr>
            </a:pPr>
            <a:r>
              <a:rPr lang="en-US" sz="1800" dirty="0"/>
              <a:t>4 problems in 2 hours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Level 1-2-3 from https://school.programmers.co.kr/</a:t>
            </a:r>
          </a:p>
          <a:p>
            <a:pPr lvl="1">
              <a:buClr>
                <a:schemeClr val="accent2"/>
              </a:buClr>
            </a:pPr>
            <a:endParaRPr lang="en-US" altLang="ko-KR" sz="1800" dirty="0"/>
          </a:p>
          <a:p>
            <a:pPr lvl="1">
              <a:buClr>
                <a:schemeClr val="accent2"/>
              </a:buClr>
            </a:pPr>
            <a:endParaRPr lang="en-US" sz="1800" dirty="0"/>
          </a:p>
          <a:p>
            <a:pPr lvl="1">
              <a:buClr>
                <a:schemeClr val="accent2"/>
              </a:buClr>
            </a:pPr>
            <a:r>
              <a:rPr lang="en-US" sz="1800" dirty="0"/>
              <a:t>Data Structures and Algorithms: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Array / String / Greedy / Sorting 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Stack / Queue / Deque / Hash / Binary Search / DFS – BFS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Graph / Tree / Heap / Dynamic Programming</a:t>
            </a:r>
          </a:p>
          <a:p>
            <a:pPr lvl="2">
              <a:buClr>
                <a:schemeClr val="accent2"/>
              </a:buClr>
            </a:pPr>
            <a:r>
              <a:rPr lang="en-US" sz="1400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Personal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1436011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/>
              <a:t>Be familiar with 2 hours time scope</a:t>
            </a:r>
          </a:p>
          <a:p>
            <a:pPr lvl="1"/>
            <a:r>
              <a:rPr lang="en-US" dirty="0"/>
              <a:t>Be familiar with code without IDE or AI in about 30minutes </a:t>
            </a:r>
          </a:p>
          <a:p>
            <a:pPr lvl="1"/>
            <a:r>
              <a:rPr lang="en-US" dirty="0"/>
              <a:t>Console Log for debugging</a:t>
            </a:r>
          </a:p>
          <a:p>
            <a:pPr lvl="1"/>
            <a:r>
              <a:rPr lang="en-US" altLang="ko-KR" dirty="0"/>
              <a:t>Brute Force if possible (accept all cases is not required)</a:t>
            </a:r>
          </a:p>
          <a:p>
            <a:pPr lvl="1"/>
            <a:r>
              <a:rPr lang="en-US" altLang="ko-KR" dirty="0"/>
              <a:t>Figure out the way to handle problem base on required input</a:t>
            </a:r>
          </a:p>
          <a:p>
            <a:pPr lvl="1"/>
            <a:r>
              <a:rPr lang="en-US" altLang="ko-KR" dirty="0"/>
              <a:t>Start with small cases for thinking</a:t>
            </a:r>
          </a:p>
          <a:p>
            <a:pPr lvl="1"/>
            <a:r>
              <a:rPr lang="en-US" dirty="0"/>
              <a:t>Limit line of codes (you can not debug over 100 LoCs)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7F51FD-3AE4-4387-B763-63C8A0911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0574" y="1160255"/>
            <a:ext cx="3413760" cy="341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3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8321A-BF11-5B5F-80FD-1E9B8BB22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D7973-2A7A-69A4-1427-C428EC5D87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Very </a:t>
            </a:r>
            <a:r>
              <a:rPr lang="en-US" dirty="0" err="1"/>
              <a:t>very</a:t>
            </a:r>
            <a:r>
              <a:rPr lang="en-US" dirty="0"/>
              <a:t> personal…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BBB92-77F7-9131-EA01-9C15F3BD213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838200" y="1436011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en-US" dirty="0"/>
              <a:t>If you want to be good at something, you have to do it yourself, make failure, and do it again, over and over… </a:t>
            </a:r>
          </a:p>
          <a:p>
            <a:pPr lvl="1"/>
            <a:r>
              <a:rPr lang="en-US" dirty="0"/>
              <a:t>Use pen and paper for visualization &amp; simulation steps</a:t>
            </a:r>
          </a:p>
          <a:p>
            <a:pPr lvl="1"/>
            <a:r>
              <a:rPr lang="en-US" dirty="0"/>
              <a:t>Make your own </a:t>
            </a:r>
            <a:r>
              <a:rPr lang="en-US" dirty="0" err="1"/>
              <a:t>cheatsheet</a:t>
            </a:r>
            <a:endParaRPr lang="en-US" dirty="0"/>
          </a:p>
          <a:p>
            <a:pPr lvl="1"/>
            <a:r>
              <a:rPr lang="en-US" dirty="0"/>
              <a:t>It’s okay to learn by heart</a:t>
            </a:r>
          </a:p>
          <a:p>
            <a:pPr lvl="1"/>
            <a:r>
              <a:rPr lang="en-US" dirty="0"/>
              <a:t>Time is money, use it wisely</a:t>
            </a:r>
          </a:p>
        </p:txBody>
      </p:sp>
    </p:spTree>
    <p:extLst>
      <p:ext uri="{BB962C8B-B14F-4D97-AF65-F5344CB8AC3E}">
        <p14:creationId xmlns:p14="http://schemas.microsoft.com/office/powerpoint/2010/main" val="451822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2001832"/>
            <a:ext cx="6560142" cy="3063149"/>
          </a:xfrm>
          <a:noFill/>
        </p:spPr>
        <p:txBody>
          <a:bodyPr/>
          <a:lstStyle/>
          <a:p>
            <a:r>
              <a:rPr lang="en-US" dirty="0"/>
              <a:t>PCCP Topic#1</a:t>
            </a:r>
          </a:p>
        </p:txBody>
      </p:sp>
    </p:spTree>
    <p:extLst>
      <p:ext uri="{BB962C8B-B14F-4D97-AF65-F5344CB8AC3E}">
        <p14:creationId xmlns:p14="http://schemas.microsoft.com/office/powerpoint/2010/main" val="363098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dirty="0"/>
              <a:t>Core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A5FD2B-E3E5-1C2B-0151-21F216B14A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4915163" cy="429768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Data Structures</a:t>
            </a:r>
          </a:p>
          <a:p>
            <a:pPr lvl="1"/>
            <a:r>
              <a:rPr lang="en-US" dirty="0"/>
              <a:t>Array</a:t>
            </a:r>
          </a:p>
          <a:p>
            <a:pPr lvl="1"/>
            <a:r>
              <a:rPr lang="en-US" dirty="0"/>
              <a:t>Stack / Queue</a:t>
            </a:r>
          </a:p>
          <a:p>
            <a:pPr lvl="1"/>
            <a:r>
              <a:rPr lang="en-US" dirty="0"/>
              <a:t>Hash Map </a:t>
            </a:r>
          </a:p>
          <a:p>
            <a:pPr lvl="1"/>
            <a:r>
              <a:rPr lang="en-US" dirty="0"/>
              <a:t>Graph</a:t>
            </a:r>
          </a:p>
          <a:p>
            <a:pPr lvl="1"/>
            <a:r>
              <a:rPr lang="en-US" dirty="0"/>
              <a:t>Tree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147896" y="1816916"/>
            <a:ext cx="5212080" cy="4297680"/>
          </a:xfrm>
          <a:noFill/>
        </p:spPr>
        <p:txBody>
          <a:bodyPr>
            <a:normAutofit/>
          </a:bodyPr>
          <a:lstStyle/>
          <a:p>
            <a:r>
              <a:rPr lang="en-US" b="1" dirty="0"/>
              <a:t>Programing Skills</a:t>
            </a:r>
          </a:p>
          <a:p>
            <a:pPr lvl="1"/>
            <a:r>
              <a:rPr lang="en-US" dirty="0"/>
              <a:t>Logic Operations</a:t>
            </a:r>
          </a:p>
          <a:p>
            <a:pPr lvl="1"/>
            <a:r>
              <a:rPr lang="en-US" dirty="0"/>
              <a:t>Loop</a:t>
            </a:r>
          </a:p>
          <a:p>
            <a:pPr lvl="1"/>
            <a:r>
              <a:rPr lang="en-US" dirty="0"/>
              <a:t>Conditional</a:t>
            </a:r>
          </a:p>
          <a:p>
            <a:pPr lvl="1"/>
            <a:r>
              <a:rPr lang="en-US" dirty="0"/>
              <a:t>Function</a:t>
            </a:r>
          </a:p>
          <a:p>
            <a:pPr lvl="1"/>
            <a:r>
              <a:rPr lang="en-US" dirty="0"/>
              <a:t>Pointer</a:t>
            </a:r>
          </a:p>
          <a:p>
            <a:pPr marL="0" lvl="1" indent="0">
              <a:buNone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665EA1-F5E2-411D-8C66-3D7E5028A7C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DE158F-21F9-4671-A59C-C21A8857E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F1DE2C-31CE-4166-842E-A07678091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672"/>
            <a:ext cx="12192000" cy="677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920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2C415-E848-32CF-6C0B-CD1DD5341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7F6E6-4780-D3BD-EA8A-51D601F3CA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F56BF4-170A-F331-2663-9DEB7A0D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F24CEA6-7A63-77CE-74BE-2898CAD27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" y="151691"/>
            <a:ext cx="11306175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74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 Structures and Algorithms: Big O Notation">
            <a:extLst>
              <a:ext uri="{FF2B5EF4-FFF2-40B4-BE49-F238E27FC236}">
                <a16:creationId xmlns:a16="http://schemas.microsoft.com/office/drawing/2014/main" id="{0F669DCD-89A8-434E-9A33-4E28DCCD983C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5667" y="1838325"/>
            <a:ext cx="7617178" cy="4284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0E7E1133-4D57-4ED4-A9B0-09597D24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dirty="0"/>
              <a:t>Core Concepts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0E7E1133-4D57-4ED4-A9B0-09597D241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noFill/>
        </p:spPr>
        <p:txBody>
          <a:bodyPr anchor="ctr"/>
          <a:lstStyle/>
          <a:p>
            <a:r>
              <a:rPr lang="en-US" altLang="ko-KR" dirty="0"/>
              <a:t>Simple Example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3F0F476-CD9F-4685-8FF7-55158A8CBB1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733313220"/>
              </p:ext>
            </p:extLst>
          </p:nvPr>
        </p:nvGraphicFramePr>
        <p:xfrm>
          <a:off x="1030526" y="1838325"/>
          <a:ext cx="4006060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3982659661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2940456290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2079405263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622413185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1121459005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2094420737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3282511805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3145376549"/>
                    </a:ext>
                  </a:extLst>
                </a:gridCol>
                <a:gridCol w="400606">
                  <a:extLst>
                    <a:ext uri="{9D8B030D-6E8A-4147-A177-3AD203B41FA5}">
                      <a16:colId xmlns:a16="http://schemas.microsoft.com/office/drawing/2014/main" val="33763590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11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12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13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14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15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16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18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19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A6E0E638-04A2-45DA-8165-79DC676B26E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2787588"/>
              </p:ext>
            </p:extLst>
          </p:nvPr>
        </p:nvGraphicFramePr>
        <p:xfrm>
          <a:off x="2337891" y="2571357"/>
          <a:ext cx="400606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C0352191-1A64-43AC-96E4-E8186C387076}"/>
              </a:ext>
            </a:extLst>
          </p:cNvPr>
          <p:cNvSpPr txBox="1">
            <a:spLocks/>
          </p:cNvSpPr>
          <p:nvPr/>
        </p:nvSpPr>
        <p:spPr>
          <a:xfrm>
            <a:off x="2256569" y="3304389"/>
            <a:ext cx="345419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/>
              <a:t>Linear Search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CFADF13-16F5-43E6-AECA-FDD2CDB094DE}"/>
              </a:ext>
            </a:extLst>
          </p:cNvPr>
          <p:cNvSpPr txBox="1">
            <a:spLocks/>
          </p:cNvSpPr>
          <p:nvPr/>
        </p:nvSpPr>
        <p:spPr>
          <a:xfrm>
            <a:off x="2256569" y="4550855"/>
            <a:ext cx="3454190" cy="1325563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000" dirty="0"/>
              <a:t>Binary Search</a:t>
            </a:r>
          </a:p>
        </p:txBody>
      </p:sp>
      <p:graphicFrame>
        <p:nvGraphicFramePr>
          <p:cNvPr id="11" name="Content Placeholder 3">
            <a:extLst>
              <a:ext uri="{FF2B5EF4-FFF2-40B4-BE49-F238E27FC236}">
                <a16:creationId xmlns:a16="http://schemas.microsoft.com/office/drawing/2014/main" id="{DFA3AE09-0336-46F2-BFD3-CB26CA7A649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90827313"/>
              </p:ext>
            </p:extLst>
          </p:nvPr>
        </p:nvGraphicFramePr>
        <p:xfrm>
          <a:off x="3335418" y="2571357"/>
          <a:ext cx="400606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15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A304EC7F-292E-41C1-8165-E834D22743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99583163"/>
              </p:ext>
            </p:extLst>
          </p:nvPr>
        </p:nvGraphicFramePr>
        <p:xfrm>
          <a:off x="4332945" y="2566314"/>
          <a:ext cx="400606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20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BC5013EA-D376-4910-9A9C-1B6008092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021" y="2682235"/>
            <a:ext cx="1463040" cy="146304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2CA3CA2-F123-4E33-9F23-F2C8462BB4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2826" y="746125"/>
            <a:ext cx="1463040" cy="14630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E97B165-677A-4AF1-87EC-F23710B32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306" y="4793878"/>
            <a:ext cx="1706880" cy="1706880"/>
          </a:xfrm>
          <a:prstGeom prst="rect">
            <a:avLst/>
          </a:prstGeom>
        </p:spPr>
      </p:pic>
      <p:graphicFrame>
        <p:nvGraphicFramePr>
          <p:cNvPr id="19" name="Content Placeholder 3">
            <a:extLst>
              <a:ext uri="{FF2B5EF4-FFF2-40B4-BE49-F238E27FC236}">
                <a16:creationId xmlns:a16="http://schemas.microsoft.com/office/drawing/2014/main" id="{C434A647-6ABE-43E1-8D0C-E4464616FF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2325674"/>
              </p:ext>
            </p:extLst>
          </p:nvPr>
        </p:nvGraphicFramePr>
        <p:xfrm>
          <a:off x="1340364" y="2564511"/>
          <a:ext cx="400606" cy="37084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400606">
                  <a:extLst>
                    <a:ext uri="{9D8B030D-6E8A-4147-A177-3AD203B41FA5}">
                      <a16:colId xmlns:a16="http://schemas.microsoft.com/office/drawing/2014/main" val="21336374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9</a:t>
                      </a:r>
                      <a:endParaRPr lang="ko-KR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982883"/>
                  </a:ext>
                </a:extLst>
              </a:tr>
            </a:tbl>
          </a:graphicData>
        </a:graphic>
      </p:graphicFrame>
      <p:sp>
        <p:nvSpPr>
          <p:cNvPr id="22" name="Title 1">
            <a:extLst>
              <a:ext uri="{FF2B5EF4-FFF2-40B4-BE49-F238E27FC236}">
                <a16:creationId xmlns:a16="http://schemas.microsoft.com/office/drawing/2014/main" id="{A291C713-18AD-4B77-862D-3396EBC66840}"/>
              </a:ext>
            </a:extLst>
          </p:cNvPr>
          <p:cNvSpPr txBox="1">
            <a:spLocks/>
          </p:cNvSpPr>
          <p:nvPr/>
        </p:nvSpPr>
        <p:spPr>
          <a:xfrm>
            <a:off x="8924857" y="2111001"/>
            <a:ext cx="1203317" cy="479164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Best Case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ECD7A440-B917-4888-AA1D-B70D56F64C0D}"/>
              </a:ext>
            </a:extLst>
          </p:cNvPr>
          <p:cNvSpPr txBox="1">
            <a:spLocks/>
          </p:cNvSpPr>
          <p:nvPr/>
        </p:nvSpPr>
        <p:spPr>
          <a:xfrm>
            <a:off x="8942744" y="4151649"/>
            <a:ext cx="1203317" cy="479164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Worst Case</a:t>
            </a:r>
          </a:p>
        </p:txBody>
      </p:sp>
      <p:sp>
        <p:nvSpPr>
          <p:cNvPr id="24" name="Title 1">
            <a:extLst>
              <a:ext uri="{FF2B5EF4-FFF2-40B4-BE49-F238E27FC236}">
                <a16:creationId xmlns:a16="http://schemas.microsoft.com/office/drawing/2014/main" id="{67D79CBA-D8EE-4878-9CE8-1EC3542315E2}"/>
              </a:ext>
            </a:extLst>
          </p:cNvPr>
          <p:cNvSpPr txBox="1">
            <a:spLocks/>
          </p:cNvSpPr>
          <p:nvPr/>
        </p:nvSpPr>
        <p:spPr>
          <a:xfrm>
            <a:off x="8885087" y="6348011"/>
            <a:ext cx="1203317" cy="479164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    Average</a:t>
            </a:r>
          </a:p>
        </p:txBody>
      </p:sp>
    </p:spTree>
    <p:extLst>
      <p:ext uri="{BB962C8B-B14F-4D97-AF65-F5344CB8AC3E}">
        <p14:creationId xmlns:p14="http://schemas.microsoft.com/office/powerpoint/2010/main" val="25151787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BA5E3-419A-AF57-6908-267D0E80F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6227A451-91CB-8778-A56B-930715E6CB56}"/>
              </a:ext>
            </a:extLst>
          </p:cNvPr>
          <p:cNvSpPr txBox="1">
            <a:spLocks/>
          </p:cNvSpPr>
          <p:nvPr/>
        </p:nvSpPr>
        <p:spPr>
          <a:xfrm>
            <a:off x="8885087" y="6348011"/>
            <a:ext cx="1203317" cy="479164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    Average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6986E0B-AA67-3DC2-D7DA-23635308A2A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6B816D32-7BD7-C2AC-E7AA-08E07704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E4CF174-A0AF-4358-CAD6-ABEE3EF1B3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12" y="309562"/>
            <a:ext cx="11306175" cy="623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505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  <a:noFill/>
        </p:spPr>
        <p:txBody>
          <a:bodyPr/>
          <a:lstStyle/>
          <a:p>
            <a:r>
              <a:rPr lang="en-US" dirty="0"/>
              <a:t>Time for code..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E98EFF-197D-3136-70B9-7BBD30A48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5455" y="755171"/>
            <a:ext cx="4619937" cy="5315035"/>
          </a:xfrm>
          <a:noFill/>
        </p:spPr>
        <p:txBody>
          <a:bodyPr>
            <a:normAutofit/>
          </a:bodyPr>
          <a:lstStyle/>
          <a:p>
            <a:r>
              <a:rPr lang="en-US" dirty="0"/>
              <a:t>Nguyen Thi Binh An</a:t>
            </a:r>
          </a:p>
          <a:p>
            <a:r>
              <a:rPr lang="en-US" sz="1600" dirty="0"/>
              <a:t>AX Development Team</a:t>
            </a:r>
          </a:p>
          <a:p>
            <a:r>
              <a:rPr lang="en-US" sz="1600" dirty="0"/>
              <a:t>an.ntb@lgcns.com</a:t>
            </a:r>
          </a:p>
        </p:txBody>
      </p:sp>
    </p:spTree>
    <p:extLst>
      <p:ext uri="{BB962C8B-B14F-4D97-AF65-F5344CB8AC3E}">
        <p14:creationId xmlns:p14="http://schemas.microsoft.com/office/powerpoint/2010/main" val="156248483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165DE6-2DCE-44FC-94B7-A499559DBF88}">
  <ds:schemaRefs>
    <ds:schemaRef ds:uri="http://schemas.microsoft.com/office/infopath/2007/PartnerControls"/>
    <ds:schemaRef ds:uri="http://purl.org/dc/elements/1.1/"/>
    <ds:schemaRef ds:uri="230e9df3-be65-4c73-a93b-d1236ebd677e"/>
    <ds:schemaRef ds:uri="http://schemas.openxmlformats.org/package/2006/metadata/core-properties"/>
    <ds:schemaRef ds:uri="71af3243-3dd4-4a8d-8c0d-dd76da1f02a5"/>
    <ds:schemaRef ds:uri="http://schemas.microsoft.com/office/2006/documentManagement/types"/>
    <ds:schemaRef ds:uri="16c05727-aa75-4e4a-9b5f-8a80a1165891"/>
    <ds:schemaRef ds:uri="http://schemas.microsoft.com/sharepoint/v3"/>
    <ds:schemaRef ds:uri="http://schemas.microsoft.com/office/2006/metadata/properties"/>
    <ds:schemaRef ds:uri="http://www.w3.org/XML/1998/namespace"/>
    <ds:schemaRef ds:uri="http://purl.org/dc/dcmitype/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7FFD73E-D96B-4428-99CD-717A4897D3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85E733-8340-4FDD-A6FC-B22F1B75E4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1631</TotalTime>
  <Words>330</Words>
  <Application>Microsoft Office PowerPoint</Application>
  <PresentationFormat>와이드스크린</PresentationFormat>
  <Paragraphs>89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1" baseType="lpstr">
      <vt:lpstr>Aptos</vt:lpstr>
      <vt:lpstr>Arial</vt:lpstr>
      <vt:lpstr>Avenir Next LT Pro</vt:lpstr>
      <vt:lpstr>Avenir Next LT Pro Light</vt:lpstr>
      <vt:lpstr>Calibri</vt:lpstr>
      <vt:lpstr>Tw Cen MT</vt:lpstr>
      <vt:lpstr>Custom</vt:lpstr>
      <vt:lpstr>[20260805]  PCCP Topic #1 Brute Force  AX Development Team Nguyen Thi Binh An </vt:lpstr>
      <vt:lpstr>PCCP Introduction</vt:lpstr>
      <vt:lpstr>PowerPoint 프레젠테이션</vt:lpstr>
      <vt:lpstr>Contest Scope</vt:lpstr>
      <vt:lpstr>Personal Experience</vt:lpstr>
      <vt:lpstr>Very very personal…</vt:lpstr>
      <vt:lpstr>PCCP Topic#1</vt:lpstr>
      <vt:lpstr>Core Concepts</vt:lpstr>
      <vt:lpstr>PowerPoint 프레젠테이션</vt:lpstr>
      <vt:lpstr>PowerPoint 프레젠테이션</vt:lpstr>
      <vt:lpstr>Core Concepts</vt:lpstr>
      <vt:lpstr>Simple Example</vt:lpstr>
      <vt:lpstr>PowerPoint 프레젠테이션</vt:lpstr>
      <vt:lpstr>Time for code..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cp:lastModifiedBy>NGUYEN THI BINH AN</cp:lastModifiedBy>
  <cp:revision>50</cp:revision>
  <dcterms:created xsi:type="dcterms:W3CDTF">2024-01-11T14:50:00Z</dcterms:created>
  <dcterms:modified xsi:type="dcterms:W3CDTF">2026-08-05T10:14:20Z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