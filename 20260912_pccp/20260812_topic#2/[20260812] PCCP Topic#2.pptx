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handoutMasterIdLst>
    <p:handoutMasterId r:id="rId21"/>
  </p:handoutMasterIdLst>
  <p:sldIdLst>
    <p:sldId id="256" r:id="rId5"/>
    <p:sldId id="3857" r:id="rId6"/>
    <p:sldId id="263" r:id="rId7"/>
    <p:sldId id="3848" r:id="rId8"/>
    <p:sldId id="3874" r:id="rId9"/>
    <p:sldId id="268" r:id="rId10"/>
    <p:sldId id="3866" r:id="rId11"/>
    <p:sldId id="3870" r:id="rId12"/>
    <p:sldId id="3850" r:id="rId13"/>
    <p:sldId id="3871" r:id="rId14"/>
    <p:sldId id="3876" r:id="rId15"/>
    <p:sldId id="3872" r:id="rId16"/>
    <p:sldId id="3873" r:id="rId17"/>
    <p:sldId id="3847" r:id="rId18"/>
    <p:sldId id="3877"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2833802-FEF1-4C79-8D5D-14CF1EAF98D9}">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92" autoAdjust="0"/>
    <p:restoredTop sz="94799" autoAdjust="0"/>
  </p:normalViewPr>
  <p:slideViewPr>
    <p:cSldViewPr snapToGrid="0">
      <p:cViewPr varScale="1">
        <p:scale>
          <a:sx n="127" d="100"/>
          <a:sy n="127" d="100"/>
        </p:scale>
        <p:origin x="132" y="396"/>
      </p:cViewPr>
      <p:guideLst/>
    </p:cSldViewPr>
  </p:slideViewPr>
  <p:outlineViewPr>
    <p:cViewPr>
      <p:scale>
        <a:sx n="33" d="100"/>
        <a:sy n="33" d="100"/>
      </p:scale>
      <p:origin x="0" y="-374"/>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8/12/2026</a:t>
            </a:fld>
            <a:endParaRPr lang="en-US" dirty="0"/>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dirty="0"/>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20CE03-6C3A-EB4D-A9B1-7EFD38B58412}" type="datetimeFigureOut">
              <a:rPr lang="en-US" smtClean="0"/>
              <a:t>8/12/2026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57D50D-BAA9-464B-B391-243138E078D8}" type="slidenum">
              <a:rPr lang="en-US" smtClean="0"/>
              <a:t>‹#›</a:t>
            </a:fld>
            <a:endParaRPr lang="en-US" dirty="0"/>
          </a:p>
        </p:txBody>
      </p:sp>
    </p:spTree>
    <p:extLst>
      <p:ext uri="{BB962C8B-B14F-4D97-AF65-F5344CB8AC3E}">
        <p14:creationId xmlns:p14="http://schemas.microsoft.com/office/powerpoint/2010/main" val="490924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a:t>
            </a:fld>
            <a:endParaRPr lang="en-US" dirty="0"/>
          </a:p>
        </p:txBody>
      </p:sp>
    </p:spTree>
    <p:extLst>
      <p:ext uri="{BB962C8B-B14F-4D97-AF65-F5344CB8AC3E}">
        <p14:creationId xmlns:p14="http://schemas.microsoft.com/office/powerpoint/2010/main" val="23882297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2</a:t>
            </a:fld>
            <a:endParaRPr lang="en-US" dirty="0"/>
          </a:p>
        </p:txBody>
      </p:sp>
    </p:spTree>
    <p:extLst>
      <p:ext uri="{BB962C8B-B14F-4D97-AF65-F5344CB8AC3E}">
        <p14:creationId xmlns:p14="http://schemas.microsoft.com/office/powerpoint/2010/main" val="517996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3</a:t>
            </a:fld>
            <a:endParaRPr lang="en-US" dirty="0"/>
          </a:p>
        </p:txBody>
      </p:sp>
    </p:spTree>
    <p:extLst>
      <p:ext uri="{BB962C8B-B14F-4D97-AF65-F5344CB8AC3E}">
        <p14:creationId xmlns:p14="http://schemas.microsoft.com/office/powerpoint/2010/main" val="25400281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4</a:t>
            </a:fld>
            <a:endParaRPr lang="en-US" dirty="0"/>
          </a:p>
        </p:txBody>
      </p:sp>
    </p:spTree>
    <p:extLst>
      <p:ext uri="{BB962C8B-B14F-4D97-AF65-F5344CB8AC3E}">
        <p14:creationId xmlns:p14="http://schemas.microsoft.com/office/powerpoint/2010/main" val="7376818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6</a:t>
            </a:fld>
            <a:endParaRPr lang="en-US" dirty="0"/>
          </a:p>
        </p:txBody>
      </p:sp>
    </p:spTree>
    <p:extLst>
      <p:ext uri="{BB962C8B-B14F-4D97-AF65-F5344CB8AC3E}">
        <p14:creationId xmlns:p14="http://schemas.microsoft.com/office/powerpoint/2010/main" val="2316091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2189C-BC4E-5500-86EE-6F33019E9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AF856-45E6-AA74-4B04-8D18D1623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76D8F-EA67-2B0A-0300-EACF694BAF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4B6CDA-AD1B-1F5D-777F-3DA3ABF5E925}"/>
              </a:ext>
            </a:extLst>
          </p:cNvPr>
          <p:cNvSpPr>
            <a:spLocks noGrp="1"/>
          </p:cNvSpPr>
          <p:nvPr>
            <p:ph type="sldNum" sz="quarter" idx="5"/>
          </p:nvPr>
        </p:nvSpPr>
        <p:spPr/>
        <p:txBody>
          <a:bodyPr/>
          <a:lstStyle/>
          <a:p>
            <a:fld id="{8B57D50D-BAA9-464B-B391-243138E078D8}" type="slidenum">
              <a:rPr lang="en-US" smtClean="0"/>
              <a:t>7</a:t>
            </a:fld>
            <a:endParaRPr lang="en-US" dirty="0"/>
          </a:p>
        </p:txBody>
      </p:sp>
    </p:spTree>
    <p:extLst>
      <p:ext uri="{BB962C8B-B14F-4D97-AF65-F5344CB8AC3E}">
        <p14:creationId xmlns:p14="http://schemas.microsoft.com/office/powerpoint/2010/main" val="274672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2189C-BC4E-5500-86EE-6F33019E9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AF856-45E6-AA74-4B04-8D18D1623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76D8F-EA67-2B0A-0300-EACF694BAF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4B6CDA-AD1B-1F5D-777F-3DA3ABF5E925}"/>
              </a:ext>
            </a:extLst>
          </p:cNvPr>
          <p:cNvSpPr>
            <a:spLocks noGrp="1"/>
          </p:cNvSpPr>
          <p:nvPr>
            <p:ph type="sldNum" sz="quarter" idx="5"/>
          </p:nvPr>
        </p:nvSpPr>
        <p:spPr/>
        <p:txBody>
          <a:bodyPr/>
          <a:lstStyle/>
          <a:p>
            <a:fld id="{8B57D50D-BAA9-464B-B391-243138E078D8}" type="slidenum">
              <a:rPr lang="en-US" smtClean="0"/>
              <a:t>8</a:t>
            </a:fld>
            <a:endParaRPr lang="en-US" dirty="0"/>
          </a:p>
        </p:txBody>
      </p:sp>
    </p:spTree>
    <p:extLst>
      <p:ext uri="{BB962C8B-B14F-4D97-AF65-F5344CB8AC3E}">
        <p14:creationId xmlns:p14="http://schemas.microsoft.com/office/powerpoint/2010/main" val="41121098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9</a:t>
            </a:fld>
            <a:endParaRPr lang="en-US" dirty="0"/>
          </a:p>
        </p:txBody>
      </p:sp>
    </p:spTree>
    <p:extLst>
      <p:ext uri="{BB962C8B-B14F-4D97-AF65-F5344CB8AC3E}">
        <p14:creationId xmlns:p14="http://schemas.microsoft.com/office/powerpoint/2010/main" val="35225383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10</a:t>
            </a:fld>
            <a:endParaRPr lang="en-US" dirty="0"/>
          </a:p>
        </p:txBody>
      </p:sp>
    </p:spTree>
    <p:extLst>
      <p:ext uri="{BB962C8B-B14F-4D97-AF65-F5344CB8AC3E}">
        <p14:creationId xmlns:p14="http://schemas.microsoft.com/office/powerpoint/2010/main" val="39607183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2189C-BC4E-5500-86EE-6F33019E9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AF856-45E6-AA74-4B04-8D18D1623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76D8F-EA67-2B0A-0300-EACF694BAF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4B6CDA-AD1B-1F5D-777F-3DA3ABF5E925}"/>
              </a:ext>
            </a:extLst>
          </p:cNvPr>
          <p:cNvSpPr>
            <a:spLocks noGrp="1"/>
          </p:cNvSpPr>
          <p:nvPr>
            <p:ph type="sldNum" sz="quarter" idx="5"/>
          </p:nvPr>
        </p:nvSpPr>
        <p:spPr/>
        <p:txBody>
          <a:bodyPr/>
          <a:lstStyle/>
          <a:p>
            <a:fld id="{8B57D50D-BAA9-464B-B391-243138E078D8}" type="slidenum">
              <a:rPr lang="en-US" smtClean="0"/>
              <a:t>12</a:t>
            </a:fld>
            <a:endParaRPr lang="en-US" dirty="0"/>
          </a:p>
        </p:txBody>
      </p:sp>
    </p:spTree>
    <p:extLst>
      <p:ext uri="{BB962C8B-B14F-4D97-AF65-F5344CB8AC3E}">
        <p14:creationId xmlns:p14="http://schemas.microsoft.com/office/powerpoint/2010/main" val="1572990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32189C-BC4E-5500-86EE-6F33019E92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AF856-45E6-AA74-4B04-8D18D1623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76D8F-EA67-2B0A-0300-EACF694BAF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4B6CDA-AD1B-1F5D-777F-3DA3ABF5E925}"/>
              </a:ext>
            </a:extLst>
          </p:cNvPr>
          <p:cNvSpPr>
            <a:spLocks noGrp="1"/>
          </p:cNvSpPr>
          <p:nvPr>
            <p:ph type="sldNum" sz="quarter" idx="5"/>
          </p:nvPr>
        </p:nvSpPr>
        <p:spPr/>
        <p:txBody>
          <a:bodyPr/>
          <a:lstStyle/>
          <a:p>
            <a:fld id="{8B57D50D-BAA9-464B-B391-243138E078D8}" type="slidenum">
              <a:rPr lang="en-US" smtClean="0"/>
              <a:t>13</a:t>
            </a:fld>
            <a:endParaRPr lang="en-US" dirty="0"/>
          </a:p>
        </p:txBody>
      </p:sp>
    </p:spTree>
    <p:extLst>
      <p:ext uri="{BB962C8B-B14F-4D97-AF65-F5344CB8AC3E}">
        <p14:creationId xmlns:p14="http://schemas.microsoft.com/office/powerpoint/2010/main" val="19024423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57D50D-BAA9-464B-B391-243138E078D8}" type="slidenum">
              <a:rPr lang="en-US" smtClean="0"/>
              <a:t>14</a:t>
            </a:fld>
            <a:endParaRPr lang="en-US" dirty="0"/>
          </a:p>
        </p:txBody>
      </p:sp>
    </p:spTree>
    <p:extLst>
      <p:ext uri="{BB962C8B-B14F-4D97-AF65-F5344CB8AC3E}">
        <p14:creationId xmlns:p14="http://schemas.microsoft.com/office/powerpoint/2010/main" val="4151229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9429764-E305-A48D-5244-9BCD20902244}"/>
              </a:ext>
              <a:ext uri="{C183D7F6-B498-43B3-948B-1728B52AA6E4}">
                <adec:decorative xmlns:adec="http://schemas.microsoft.com/office/drawing/2017/decorative" val="1"/>
              </a:ext>
            </a:extLst>
          </p:cNvPr>
          <p:cNvGrpSpPr/>
          <p:nvPr userDrawn="1"/>
        </p:nvGrpSpPr>
        <p:grpSpPr>
          <a:xfrm>
            <a:off x="0" y="0"/>
            <a:ext cx="12192000" cy="8286859"/>
            <a:chOff x="0" y="1"/>
            <a:chExt cx="12192000" cy="8286859"/>
          </a:xfrm>
        </p:grpSpPr>
        <p:sp>
          <p:nvSpPr>
            <p:cNvPr id="7" name="Freeform 13">
              <a:extLst>
                <a:ext uri="{FF2B5EF4-FFF2-40B4-BE49-F238E27FC236}">
                  <a16:creationId xmlns:a16="http://schemas.microsoft.com/office/drawing/2014/main" id="{45F65CE3-2411-E8E5-B72E-F5CBEC4DDC55}"/>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3B6B51B3-AA6C-9C5E-7032-5AEA05D45908}"/>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9" name="Freeform: Shape 13">
              <a:extLst>
                <a:ext uri="{FF2B5EF4-FFF2-40B4-BE49-F238E27FC236}">
                  <a16:creationId xmlns:a16="http://schemas.microsoft.com/office/drawing/2014/main" id="{4F28561D-5B3C-F08A-F7B5-48E6B74EAEBD}"/>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5">
              <a:extLst>
                <a:ext uri="{FF2B5EF4-FFF2-40B4-BE49-F238E27FC236}">
                  <a16:creationId xmlns:a16="http://schemas.microsoft.com/office/drawing/2014/main" id="{7BD7FF70-44B7-E753-26CD-E228B56C2517}"/>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DF9EE857-93B9-ACF6-2AB4-2A29C4B94776}"/>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Freeform: Shape 19">
              <a:extLst>
                <a:ext uri="{FF2B5EF4-FFF2-40B4-BE49-F238E27FC236}">
                  <a16:creationId xmlns:a16="http://schemas.microsoft.com/office/drawing/2014/main" id="{75030D84-5EEB-A095-3D43-0ED22BDB8406}"/>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Arc 12">
              <a:extLst>
                <a:ext uri="{FF2B5EF4-FFF2-40B4-BE49-F238E27FC236}">
                  <a16:creationId xmlns:a16="http://schemas.microsoft.com/office/drawing/2014/main" id="{26E6DE3E-6851-19AD-2E60-22F006238173}"/>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5184474" y="2949739"/>
            <a:ext cx="6261291" cy="2396686"/>
          </a:xfrm>
        </p:spPr>
        <p:txBody>
          <a:bodyPr anchor="b" anchorCtr="0">
            <a:noAutofit/>
          </a:bodyPr>
          <a:lstStyle>
            <a:lvl1pPr algn="r">
              <a:defRPr sz="44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E96D25F-53A2-6217-84B4-7EB874F0B372}"/>
              </a:ext>
              <a:ext uri="{C183D7F6-B498-43B3-948B-1728B52AA6E4}">
                <adec:decorative xmlns:adec="http://schemas.microsoft.com/office/drawing/2017/decorative" val="1"/>
              </a:ext>
            </a:extLst>
          </p:cNvPr>
          <p:cNvGrpSpPr/>
          <p:nvPr userDrawn="1"/>
        </p:nvGrpSpPr>
        <p:grpSpPr>
          <a:xfrm>
            <a:off x="489189" y="941148"/>
            <a:ext cx="11182430" cy="4797821"/>
            <a:chOff x="489189" y="941148"/>
            <a:chExt cx="11182430" cy="4797821"/>
          </a:xfrm>
        </p:grpSpPr>
        <p:sp>
          <p:nvSpPr>
            <p:cNvPr id="8" name="Oval 7">
              <a:extLst>
                <a:ext uri="{FF2B5EF4-FFF2-40B4-BE49-F238E27FC236}">
                  <a16:creationId xmlns:a16="http://schemas.microsoft.com/office/drawing/2014/main" id="{A50FA62D-C8AE-52B8-1712-6116756D1A83}"/>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Arc 8">
              <a:extLst>
                <a:ext uri="{FF2B5EF4-FFF2-40B4-BE49-F238E27FC236}">
                  <a16:creationId xmlns:a16="http://schemas.microsoft.com/office/drawing/2014/main" id="{1D2D6A01-57CF-3C0B-968C-E5A8FD352320}"/>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410BEFAA-C349-7DB1-1827-0FA48A430AD8}"/>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09957" y="1119031"/>
            <a:ext cx="4384736" cy="4619938"/>
          </a:xfrm>
        </p:spPr>
        <p:txBody>
          <a:bodyPr>
            <a:noAutofit/>
          </a:bodyPr>
          <a:lstStyle>
            <a:lvl1pPr algn="ctr">
              <a:defRPr>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801708" y="554942"/>
            <a:ext cx="5552091" cy="5768220"/>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143880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Picture">
    <p:bg>
      <p:bgPr>
        <a:solidFill>
          <a:schemeClr val="bg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EF93C3C-09E9-6CD0-EF4B-6DE09539EE7A}"/>
              </a:ext>
            </a:extLst>
          </p:cNvPr>
          <p:cNvSpPr>
            <a:spLocks noGrp="1"/>
          </p:cNvSpPr>
          <p:nvPr>
            <p:ph type="pic" sz="quarter" idx="10" hasCustomPrompt="1"/>
          </p:nvPr>
        </p:nvSpPr>
        <p:spPr>
          <a:xfrm>
            <a:off x="0" y="0"/>
            <a:ext cx="12192000" cy="6858000"/>
          </a:xfrm>
          <a:custGeom>
            <a:avLst/>
            <a:gdLst>
              <a:gd name="connsiteX0" fmla="*/ 9011782 w 12192000"/>
              <a:gd name="connsiteY0" fmla="*/ 4817511 h 6858000"/>
              <a:gd name="connsiteX1" fmla="*/ 8937059 w 12192000"/>
              <a:gd name="connsiteY1" fmla="*/ 4972626 h 6858000"/>
              <a:gd name="connsiteX2" fmla="*/ 8588084 w 12192000"/>
              <a:gd name="connsiteY2" fmla="*/ 5489438 h 6858000"/>
              <a:gd name="connsiteX3" fmla="*/ 8565206 w 12192000"/>
              <a:gd name="connsiteY3" fmla="*/ 5514611 h 6858000"/>
              <a:gd name="connsiteX4" fmla="*/ 8569944 w 12192000"/>
              <a:gd name="connsiteY4" fmla="*/ 5520198 h 6858000"/>
              <a:gd name="connsiteX5" fmla="*/ 8878607 w 12192000"/>
              <a:gd name="connsiteY5" fmla="*/ 5644582 h 6858000"/>
              <a:gd name="connsiteX6" fmla="*/ 9315123 w 12192000"/>
              <a:gd name="connsiteY6" fmla="*/ 5219907 h 6858000"/>
              <a:gd name="connsiteX7" fmla="*/ 9048519 w 12192000"/>
              <a:gd name="connsiteY7" fmla="*/ 4828605 h 6858000"/>
              <a:gd name="connsiteX8" fmla="*/ 6096000 w 12192000"/>
              <a:gd name="connsiteY8" fmla="*/ 200625 h 6858000"/>
              <a:gd name="connsiteX9" fmla="*/ 2867625 w 12192000"/>
              <a:gd name="connsiteY9" fmla="*/ 3429000 h 6858000"/>
              <a:gd name="connsiteX10" fmla="*/ 6096000 w 12192000"/>
              <a:gd name="connsiteY10" fmla="*/ 6657375 h 6858000"/>
              <a:gd name="connsiteX11" fmla="*/ 9324375 w 12192000"/>
              <a:gd name="connsiteY11" fmla="*/ 3429000 h 6858000"/>
              <a:gd name="connsiteX12" fmla="*/ 6096000 w 12192000"/>
              <a:gd name="connsiteY12" fmla="*/ 200625 h 6858000"/>
              <a:gd name="connsiteX13" fmla="*/ 0 w 12192000"/>
              <a:gd name="connsiteY13" fmla="*/ 0 h 6858000"/>
              <a:gd name="connsiteX14" fmla="*/ 12192000 w 12192000"/>
              <a:gd name="connsiteY14" fmla="*/ 0 h 6858000"/>
              <a:gd name="connsiteX15" fmla="*/ 12192000 w 12192000"/>
              <a:gd name="connsiteY15" fmla="*/ 6858000 h 6858000"/>
              <a:gd name="connsiteX16" fmla="*/ 0 w 12192000"/>
              <a:gd name="connsiteY1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192000" h="6858000">
                <a:moveTo>
                  <a:pt x="9011782" y="4817511"/>
                </a:moveTo>
                <a:lnTo>
                  <a:pt x="8937059" y="4972626"/>
                </a:lnTo>
                <a:cubicBezTo>
                  <a:pt x="8837255" y="5156349"/>
                  <a:pt x="8720206" y="5329344"/>
                  <a:pt x="8588084" y="5489438"/>
                </a:cubicBezTo>
                <a:lnTo>
                  <a:pt x="8565206" y="5514611"/>
                </a:lnTo>
                <a:lnTo>
                  <a:pt x="8569944" y="5520198"/>
                </a:lnTo>
                <a:cubicBezTo>
                  <a:pt x="8648938" y="5597049"/>
                  <a:pt x="8758066" y="5644582"/>
                  <a:pt x="8878607" y="5644582"/>
                </a:cubicBezTo>
                <a:cubicBezTo>
                  <a:pt x="9119688" y="5644582"/>
                  <a:pt x="9315123" y="5454449"/>
                  <a:pt x="9315123" y="5219907"/>
                </a:cubicBezTo>
                <a:cubicBezTo>
                  <a:pt x="9315123" y="5044001"/>
                  <a:pt x="9205191" y="4893074"/>
                  <a:pt x="9048519" y="4828605"/>
                </a:cubicBezTo>
                <a:close/>
                <a:moveTo>
                  <a:pt x="6096000" y="200625"/>
                </a:moveTo>
                <a:cubicBezTo>
                  <a:pt x="4313018" y="200625"/>
                  <a:pt x="2867625" y="1646018"/>
                  <a:pt x="2867625" y="3429000"/>
                </a:cubicBezTo>
                <a:cubicBezTo>
                  <a:pt x="2867625" y="5211982"/>
                  <a:pt x="4313018" y="6657375"/>
                  <a:pt x="6096000" y="6657375"/>
                </a:cubicBezTo>
                <a:cubicBezTo>
                  <a:pt x="7878982" y="6657375"/>
                  <a:pt x="9324375" y="5211982"/>
                  <a:pt x="9324375" y="3429000"/>
                </a:cubicBezTo>
                <a:cubicBezTo>
                  <a:pt x="9324375" y="1646018"/>
                  <a:pt x="7878982" y="200625"/>
                  <a:pt x="6096000" y="200625"/>
                </a:cubicBezTo>
                <a:close/>
                <a:moveTo>
                  <a:pt x="0" y="0"/>
                </a:moveTo>
                <a:lnTo>
                  <a:pt x="12192000" y="0"/>
                </a:lnTo>
                <a:lnTo>
                  <a:pt x="12192000" y="6858000"/>
                </a:lnTo>
                <a:lnTo>
                  <a:pt x="0" y="6858000"/>
                </a:lnTo>
                <a:close/>
              </a:path>
            </a:pathLst>
          </a:custGeom>
          <a:solidFill>
            <a:schemeClr val="tx1"/>
          </a:solidFill>
        </p:spPr>
        <p:txBody>
          <a:bodyPr wrap="square">
            <a:noAutofit/>
          </a:bodyPr>
          <a:lstStyle>
            <a:lvl1pPr marL="0" indent="0" algn="l">
              <a:buNone/>
              <a:defRPr sz="2000">
                <a:solidFill>
                  <a:schemeClr val="bg1"/>
                </a:solidFill>
              </a:defRPr>
            </a:lvl1pPr>
          </a:lstStyle>
          <a:p>
            <a:r>
              <a:rPr lang="en-US" dirty="0"/>
              <a:t>Click icon to insert picture</a:t>
            </a:r>
          </a:p>
        </p:txBody>
      </p:sp>
      <p:sp>
        <p:nvSpPr>
          <p:cNvPr id="3" name="Arc 2">
            <a:extLst>
              <a:ext uri="{FF2B5EF4-FFF2-40B4-BE49-F238E27FC236}">
                <a16:creationId xmlns:a16="http://schemas.microsoft.com/office/drawing/2014/main" id="{D5C3C4BD-DFDB-76B4-17CA-7DA4D1729FA1}"/>
              </a:ext>
              <a:ext uri="{C183D7F6-B498-43B3-948B-1728B52AA6E4}">
                <adec:decorative xmlns:adec="http://schemas.microsoft.com/office/drawing/2017/decorative" val="1"/>
              </a:ext>
            </a:extLst>
          </p:cNvPr>
          <p:cNvSpPr/>
          <p:nvPr userDrawn="1"/>
        </p:nvSpPr>
        <p:spPr>
          <a:xfrm rot="9366740" flipV="1">
            <a:off x="2557952" y="-89828"/>
            <a:ext cx="7173200" cy="7173200"/>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itle 11">
            <a:extLst>
              <a:ext uri="{FF2B5EF4-FFF2-40B4-BE49-F238E27FC236}">
                <a16:creationId xmlns:a16="http://schemas.microsoft.com/office/drawing/2014/main" id="{2B04B61C-6467-D51D-0AF4-5C7D05F36CB5}"/>
              </a:ext>
            </a:extLst>
          </p:cNvPr>
          <p:cNvSpPr>
            <a:spLocks noGrp="1"/>
          </p:cNvSpPr>
          <p:nvPr>
            <p:ph type="title" hasCustomPrompt="1"/>
          </p:nvPr>
        </p:nvSpPr>
        <p:spPr>
          <a:xfrm>
            <a:off x="2868168" y="923544"/>
            <a:ext cx="6455664" cy="5010912"/>
          </a:xfrm>
          <a:prstGeom prst="rect">
            <a:avLst/>
          </a:prstGeom>
          <a:noFill/>
        </p:spPr>
        <p:txBody>
          <a:bodyPr lIns="0" rIns="0">
            <a:normAutofit/>
          </a:bodyPr>
          <a:lstStyle>
            <a:lvl1pPr algn="ctr">
              <a:defRPr sz="6000"/>
            </a:lvl1pPr>
          </a:lstStyle>
          <a:p>
            <a:r>
              <a:rPr lang="en-US" dirty="0"/>
              <a:t>Click to add title</a:t>
            </a:r>
          </a:p>
        </p:txBody>
      </p:sp>
      <p:sp>
        <p:nvSpPr>
          <p:cNvPr id="4" name="Freeform: Shape 3">
            <a:extLst>
              <a:ext uri="{FF2B5EF4-FFF2-40B4-BE49-F238E27FC236}">
                <a16:creationId xmlns:a16="http://schemas.microsoft.com/office/drawing/2014/main" id="{47A19F4B-D154-3EB2-F86A-9A63283A3EA6}"/>
              </a:ext>
              <a:ext uri="{C183D7F6-B498-43B3-948B-1728B52AA6E4}">
                <adec:decorative xmlns:adec="http://schemas.microsoft.com/office/drawing/2017/decorative" val="1"/>
              </a:ext>
            </a:extLst>
          </p:cNvPr>
          <p:cNvSpPr>
            <a:spLocks/>
          </p:cNvSpPr>
          <p:nvPr userDrawn="1"/>
        </p:nvSpPr>
        <p:spPr>
          <a:xfrm>
            <a:off x="8565206" y="4817511"/>
            <a:ext cx="749917" cy="827071"/>
          </a:xfrm>
          <a:custGeom>
            <a:avLst/>
            <a:gdLst>
              <a:gd name="connsiteX0" fmla="*/ 446576 w 749917"/>
              <a:gd name="connsiteY0" fmla="*/ 0 h 827071"/>
              <a:gd name="connsiteX1" fmla="*/ 483313 w 749917"/>
              <a:gd name="connsiteY1" fmla="*/ 11094 h 827071"/>
              <a:gd name="connsiteX2" fmla="*/ 749917 w 749917"/>
              <a:gd name="connsiteY2" fmla="*/ 402396 h 827071"/>
              <a:gd name="connsiteX3" fmla="*/ 313401 w 749917"/>
              <a:gd name="connsiteY3" fmla="*/ 827071 h 827071"/>
              <a:gd name="connsiteX4" fmla="*/ 4738 w 749917"/>
              <a:gd name="connsiteY4" fmla="*/ 702687 h 827071"/>
              <a:gd name="connsiteX5" fmla="*/ 0 w 749917"/>
              <a:gd name="connsiteY5" fmla="*/ 697100 h 827071"/>
              <a:gd name="connsiteX6" fmla="*/ 22878 w 749917"/>
              <a:gd name="connsiteY6" fmla="*/ 671927 h 827071"/>
              <a:gd name="connsiteX7" fmla="*/ 371853 w 749917"/>
              <a:gd name="connsiteY7" fmla="*/ 155115 h 827071"/>
              <a:gd name="connsiteX8" fmla="*/ 446576 w 749917"/>
              <a:gd name="connsiteY8" fmla="*/ 0 h 8270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9917" h="827071">
                <a:moveTo>
                  <a:pt x="446576" y="0"/>
                </a:moveTo>
                <a:lnTo>
                  <a:pt x="483313" y="11094"/>
                </a:lnTo>
                <a:cubicBezTo>
                  <a:pt x="639985" y="75563"/>
                  <a:pt x="749917" y="226490"/>
                  <a:pt x="749917" y="402396"/>
                </a:cubicBezTo>
                <a:cubicBezTo>
                  <a:pt x="749917" y="636938"/>
                  <a:pt x="554482" y="827071"/>
                  <a:pt x="313401" y="827071"/>
                </a:cubicBezTo>
                <a:cubicBezTo>
                  <a:pt x="192860" y="827071"/>
                  <a:pt x="83732" y="779538"/>
                  <a:pt x="4738" y="702687"/>
                </a:cubicBezTo>
                <a:lnTo>
                  <a:pt x="0" y="697100"/>
                </a:lnTo>
                <a:lnTo>
                  <a:pt x="22878" y="671927"/>
                </a:lnTo>
                <a:cubicBezTo>
                  <a:pt x="155000" y="511833"/>
                  <a:pt x="272049" y="338838"/>
                  <a:pt x="371853" y="155115"/>
                </a:cubicBezTo>
                <a:lnTo>
                  <a:pt x="446576"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984204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838200" y="304803"/>
            <a:ext cx="10515600" cy="1472974"/>
          </a:xfrm>
        </p:spPr>
        <p:txBody>
          <a:bodyPr anchor="ctr" anchorCtr="0">
            <a:noAutofit/>
          </a:bodyPr>
          <a:lstStyle/>
          <a:p>
            <a:r>
              <a:rPr lang="en-US" dirty="0"/>
              <a:t>Click to add title</a:t>
            </a:r>
          </a:p>
        </p:txBody>
      </p:sp>
      <p:sp>
        <p:nvSpPr>
          <p:cNvPr id="13" name="Content Placeholder 12">
            <a:extLst>
              <a:ext uri="{FF2B5EF4-FFF2-40B4-BE49-F238E27FC236}">
                <a16:creationId xmlns:a16="http://schemas.microsoft.com/office/drawing/2014/main" id="{E3FB7D8D-37C3-E089-EC02-FB49A13CBE1D}"/>
              </a:ext>
            </a:extLst>
          </p:cNvPr>
          <p:cNvSpPr>
            <a:spLocks noGrp="1"/>
          </p:cNvSpPr>
          <p:nvPr>
            <p:ph sz="quarter" idx="13" hasCustomPrompt="1"/>
          </p:nvPr>
        </p:nvSpPr>
        <p:spPr>
          <a:xfrm>
            <a:off x="838200" y="1838099"/>
            <a:ext cx="8012113" cy="4284889"/>
          </a:xfrm>
        </p:spPr>
        <p:txBody>
          <a:bodyPr>
            <a:normAutofit/>
          </a:bodyPr>
          <a:lstStyle>
            <a:lvl1pPr>
              <a:lnSpc>
                <a:spcPct val="90000"/>
              </a:lnSpc>
              <a:spcBef>
                <a:spcPts val="1000"/>
              </a:spcBef>
              <a:spcAft>
                <a:spcPts val="800"/>
              </a:spcAft>
              <a:buClr>
                <a:schemeClr val="accent2"/>
              </a:buClr>
              <a:defRPr sz="1800"/>
            </a:lvl1pPr>
            <a:lvl2pPr>
              <a:lnSpc>
                <a:spcPct val="90000"/>
              </a:lnSpc>
              <a:spcBef>
                <a:spcPts val="1000"/>
              </a:spcBef>
              <a:spcAft>
                <a:spcPts val="800"/>
              </a:spcAft>
              <a:buClr>
                <a:schemeClr val="accent2"/>
              </a:buClr>
              <a:defRPr sz="1600"/>
            </a:lvl2pPr>
            <a:lvl3pPr>
              <a:lnSpc>
                <a:spcPct val="90000"/>
              </a:lnSpc>
              <a:spcBef>
                <a:spcPts val="1000"/>
              </a:spcBef>
              <a:spcAft>
                <a:spcPts val="800"/>
              </a:spcAft>
              <a:buClr>
                <a:schemeClr val="accent2"/>
              </a:buClr>
              <a:defRPr sz="1400"/>
            </a:lvl3pPr>
            <a:lvl4pPr>
              <a:lnSpc>
                <a:spcPct val="90000"/>
              </a:lnSpc>
              <a:spcBef>
                <a:spcPts val="1000"/>
              </a:spcBef>
              <a:spcAft>
                <a:spcPts val="800"/>
              </a:spcAft>
              <a:buClr>
                <a:schemeClr val="accent2"/>
              </a:buClr>
              <a:defRPr sz="1200"/>
            </a:lvl4pPr>
            <a:lvl5pPr>
              <a:lnSpc>
                <a:spcPct val="90000"/>
              </a:lnSpc>
              <a:spcBef>
                <a:spcPts val="1000"/>
              </a:spcBef>
              <a:spcAft>
                <a:spcPts val="800"/>
              </a:spcAft>
              <a:buClr>
                <a:schemeClr val="accent2"/>
              </a:buCl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8/12/2026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7" name="Freeform: Shape 14">
            <a:extLst>
              <a:ext uri="{FF2B5EF4-FFF2-40B4-BE49-F238E27FC236}">
                <a16:creationId xmlns:a16="http://schemas.microsoft.com/office/drawing/2014/main" id="{438B6FA2-AF11-618E-2B1A-38BF083DF340}"/>
              </a:ext>
              <a:ext uri="{C183D7F6-B498-43B3-948B-1728B52AA6E4}">
                <adec:decorative xmlns:adec="http://schemas.microsoft.com/office/drawing/2017/decorative" val="1"/>
              </a:ext>
            </a:extLst>
          </p:cNvPr>
          <p:cNvSpPr/>
          <p:nvPr userDrawn="1"/>
        </p:nvSpPr>
        <p:spPr>
          <a:xfrm rot="16200000">
            <a:off x="-381048" y="5144407"/>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Shape 13">
            <a:extLst>
              <a:ext uri="{FF2B5EF4-FFF2-40B4-BE49-F238E27FC236}">
                <a16:creationId xmlns:a16="http://schemas.microsoft.com/office/drawing/2014/main" id="{A269A8D8-A4AE-CEFF-E928-7DB1CFB3E401}"/>
              </a:ext>
              <a:ext uri="{C183D7F6-B498-43B3-948B-1728B52AA6E4}">
                <adec:decorative xmlns:adec="http://schemas.microsoft.com/office/drawing/2017/decorative" val="1"/>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Shape 19">
            <a:extLst>
              <a:ext uri="{FF2B5EF4-FFF2-40B4-BE49-F238E27FC236}">
                <a16:creationId xmlns:a16="http://schemas.microsoft.com/office/drawing/2014/main" id="{15418837-E689-97BE-9FAD-FEDBD599EBAD}"/>
              </a:ext>
              <a:ext uri="{C183D7F6-B498-43B3-948B-1728B52AA6E4}">
                <adec:decorative xmlns:adec="http://schemas.microsoft.com/office/drawing/2017/decorative" val="1"/>
              </a:ext>
            </a:extLst>
          </p:cNvPr>
          <p:cNvSpPr/>
          <p:nvPr userDrawn="1"/>
        </p:nvSpPr>
        <p:spPr>
          <a:xfrm rot="10800000" flipH="1">
            <a:off x="11109434" y="3527042"/>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7DF76A42-387B-8D66-1214-D40462070066}"/>
              </a:ext>
              <a:ext uri="{C183D7F6-B498-43B3-948B-1728B52AA6E4}">
                <adec:decorative xmlns:adec="http://schemas.microsoft.com/office/drawing/2017/decorative" val="1"/>
              </a:ext>
            </a:extLst>
          </p:cNvPr>
          <p:cNvSpPr/>
          <p:nvPr userDrawn="1"/>
        </p:nvSpPr>
        <p:spPr>
          <a:xfrm>
            <a:off x="7940621" y="704193"/>
            <a:ext cx="2296455" cy="229645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grpSp>
        <p:nvGrpSpPr>
          <p:cNvPr id="8" name="Group 7">
            <a:extLst>
              <a:ext uri="{FF2B5EF4-FFF2-40B4-BE49-F238E27FC236}">
                <a16:creationId xmlns:a16="http://schemas.microsoft.com/office/drawing/2014/main" id="{D2ACE818-46EF-547E-9315-A849483036BF}"/>
              </a:ext>
              <a:ext uri="{C183D7F6-B498-43B3-948B-1728B52AA6E4}">
                <adec:decorative xmlns:adec="http://schemas.microsoft.com/office/drawing/2017/decorative" val="1"/>
              </a:ext>
            </a:extLst>
          </p:cNvPr>
          <p:cNvGrpSpPr/>
          <p:nvPr userDrawn="1"/>
        </p:nvGrpSpPr>
        <p:grpSpPr>
          <a:xfrm>
            <a:off x="577652" y="0"/>
            <a:ext cx="8798419" cy="6816262"/>
            <a:chOff x="577652" y="-28502"/>
            <a:chExt cx="8798419" cy="6816262"/>
          </a:xfrm>
        </p:grpSpPr>
        <p:sp>
          <p:nvSpPr>
            <p:cNvPr id="9" name="Oval 8">
              <a:extLst>
                <a:ext uri="{FF2B5EF4-FFF2-40B4-BE49-F238E27FC236}">
                  <a16:creationId xmlns:a16="http://schemas.microsoft.com/office/drawing/2014/main" id="{E9644D21-8793-9A96-F305-5D20EE342B26}"/>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Arc 9">
              <a:extLst>
                <a:ext uri="{FF2B5EF4-FFF2-40B4-BE49-F238E27FC236}">
                  <a16:creationId xmlns:a16="http://schemas.microsoft.com/office/drawing/2014/main" id="{DF8D7AEF-C845-09F0-F31C-20B32BBA1EBA}"/>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5F9D44CB-887B-C74D-3E96-5607E84DAEFF}"/>
                </a:ext>
              </a:extLst>
            </p:cNvPr>
            <p:cNvSpPr/>
            <p:nvPr userDrawn="1"/>
          </p:nvSpPr>
          <p:spPr>
            <a:xfrm>
              <a:off x="577652" y="1085116"/>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14" name="Freeform: Shape 19">
            <a:extLst>
              <a:ext uri="{FF2B5EF4-FFF2-40B4-BE49-F238E27FC236}">
                <a16:creationId xmlns:a16="http://schemas.microsoft.com/office/drawing/2014/main" id="{87D193F4-2337-0048-1BE7-C9A8154191F9}"/>
              </a:ext>
              <a:ext uri="{C183D7F6-B498-43B3-948B-1728B52AA6E4}">
                <adec:decorative xmlns:adec="http://schemas.microsoft.com/office/drawing/2017/decorative" val="1"/>
              </a:ext>
            </a:extLst>
          </p:cNvPr>
          <p:cNvSpPr/>
          <p:nvPr userDrawn="1"/>
        </p:nvSpPr>
        <p:spPr>
          <a:xfrm rot="16200000" flipH="1">
            <a:off x="936118" y="5508455"/>
            <a:ext cx="1082566" cy="1616525"/>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Connector 14">
            <a:extLst>
              <a:ext uri="{FF2B5EF4-FFF2-40B4-BE49-F238E27FC236}">
                <a16:creationId xmlns:a16="http://schemas.microsoft.com/office/drawing/2014/main" id="{45EE4510-BCBA-C39A-BEF1-A391A3304F88}"/>
              </a:ext>
              <a:ext uri="{C183D7F6-B498-43B3-948B-1728B52AA6E4}">
                <adec:decorative xmlns:adec="http://schemas.microsoft.com/office/drawing/2017/decorative" val="1"/>
              </a:ext>
            </a:extLst>
          </p:cNvPr>
          <p:cNvCxnSpPr>
            <a:cxnSpLocks/>
          </p:cNvCxnSpPr>
          <p:nvPr userDrawn="1"/>
        </p:nvCxnSpPr>
        <p:spPr>
          <a:xfrm>
            <a:off x="11494655" y="5270490"/>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2815929" y="1349825"/>
            <a:ext cx="6560142" cy="3063149"/>
          </a:xfrm>
        </p:spPr>
        <p:txBody>
          <a:bodyPr anchor="ctr">
            <a:noAutofit/>
          </a:bodyPr>
          <a:lstStyle>
            <a:lvl1pPr algn="ctr">
              <a:defRPr sz="6000">
                <a:solidFill>
                  <a:schemeClr val="bg1"/>
                </a:solidFill>
              </a:defRPr>
            </a:lvl1pPr>
          </a:lstStyle>
          <a:p>
            <a:endParaRPr lang="en-US" dirty="0"/>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2815929" y="4412973"/>
            <a:ext cx="6560142" cy="1935571"/>
          </a:xfrm>
        </p:spPr>
        <p:txBody>
          <a:bodyPr>
            <a:noAutofit/>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fld id="{D6D8061D-18C3-4F4F-85EF-561633F58754}" type="datetimeFigureOut">
              <a:rPr lang="en-US" smtClean="0"/>
              <a:t>8/12/2026</a:t>
            </a:fld>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4915163"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2">
            <a:extLst>
              <a:ext uri="{FF2B5EF4-FFF2-40B4-BE49-F238E27FC236}">
                <a16:creationId xmlns:a16="http://schemas.microsoft.com/office/drawing/2014/main" id="{5FB01ADF-164A-96FB-0129-C2A0F0ED0A85}"/>
              </a:ext>
            </a:extLst>
          </p:cNvPr>
          <p:cNvSpPr>
            <a:spLocks noGrp="1"/>
          </p:cNvSpPr>
          <p:nvPr>
            <p:ph sz="half" idx="15" hasCustomPrompt="1"/>
          </p:nvPr>
        </p:nvSpPr>
        <p:spPr>
          <a:xfrm>
            <a:off x="6147896" y="1816916"/>
            <a:ext cx="5212080" cy="4297680"/>
          </a:xfrm>
        </p:spPr>
        <p:txBody>
          <a:bodyPr>
            <a:normAutofit/>
          </a:bodyPr>
          <a:lstStyle>
            <a:lvl1pPr marL="0" indent="0">
              <a:spcBef>
                <a:spcPts val="1000"/>
              </a:spcBef>
              <a:spcAft>
                <a:spcPts val="800"/>
              </a:spcAft>
              <a:buNone/>
              <a:defRPr sz="2000"/>
            </a:lvl1pPr>
            <a:lvl2pPr marL="228600" indent="-228600">
              <a:spcBef>
                <a:spcPts val="1000"/>
              </a:spcBef>
              <a:spcAft>
                <a:spcPts val="800"/>
              </a:spcAft>
              <a:buClr>
                <a:schemeClr val="accent2"/>
              </a:buClr>
              <a:buFont typeface="Arial" panose="020B0604020202020204" pitchFamily="34" charset="0"/>
              <a:buChar char="•"/>
              <a:defRPr sz="2000"/>
            </a:lvl2pPr>
            <a:lvl3pPr marL="594360" indent="-228600">
              <a:spcBef>
                <a:spcPts val="1000"/>
              </a:spcBef>
              <a:spcAft>
                <a:spcPts val="800"/>
              </a:spcAft>
              <a:buClr>
                <a:schemeClr val="accent2"/>
              </a:buClr>
              <a:buFont typeface="Arial" panose="020B0604020202020204" pitchFamily="34" charset="0"/>
              <a:buChar char="•"/>
              <a:defRPr sz="2000"/>
            </a:lvl3pPr>
            <a:lvl4pPr marL="868680" indent="-228600">
              <a:spcBef>
                <a:spcPts val="1000"/>
              </a:spcBef>
              <a:spcAft>
                <a:spcPts val="800"/>
              </a:spcAft>
              <a:buClr>
                <a:schemeClr val="accent2"/>
              </a:buClr>
              <a:buFont typeface="Arial" panose="020B0604020202020204" pitchFamily="34" charset="0"/>
              <a:buChar char="•"/>
              <a:defRPr sz="2000"/>
            </a:lvl4pPr>
            <a:lvl5pPr marL="1143000" indent="-228600">
              <a:spcBef>
                <a:spcPts val="1000"/>
              </a:spcBef>
              <a:spcAft>
                <a:spcPts val="800"/>
              </a:spcAft>
              <a:buClr>
                <a:schemeClr val="accent2"/>
              </a:buClr>
              <a:buFont typeface="Arial" panose="020B0604020202020204" pitchFamily="34" charset="0"/>
              <a:buChar char="•"/>
              <a:defRPr sz="20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1" name="Group 10">
            <a:extLst>
              <a:ext uri="{FF2B5EF4-FFF2-40B4-BE49-F238E27FC236}">
                <a16:creationId xmlns:a16="http://schemas.microsoft.com/office/drawing/2014/main" id="{C263F0DD-A38B-64B8-7412-087B487E6D47}"/>
              </a:ext>
              <a:ext uri="{C183D7F6-B498-43B3-948B-1728B52AA6E4}">
                <adec:decorative xmlns:adec="http://schemas.microsoft.com/office/drawing/2017/decorative" val="1"/>
              </a:ext>
            </a:extLst>
          </p:cNvPr>
          <p:cNvGrpSpPr/>
          <p:nvPr userDrawn="1"/>
        </p:nvGrpSpPr>
        <p:grpSpPr>
          <a:xfrm>
            <a:off x="123536" y="2"/>
            <a:ext cx="12068464" cy="6857998"/>
            <a:chOff x="123536" y="2"/>
            <a:chExt cx="12068464" cy="6857998"/>
          </a:xfrm>
        </p:grpSpPr>
        <p:sp>
          <p:nvSpPr>
            <p:cNvPr id="12" name="Freeform: Shape 9">
              <a:extLst>
                <a:ext uri="{FF2B5EF4-FFF2-40B4-BE49-F238E27FC236}">
                  <a16:creationId xmlns:a16="http://schemas.microsoft.com/office/drawing/2014/main" id="{44CE2FB7-A856-E3C3-9798-73AAFB7901B8}"/>
                </a:ext>
              </a:extLst>
            </p:cNvPr>
            <p:cNvSpPr/>
            <p:nvPr userDrawn="1"/>
          </p:nvSpPr>
          <p:spPr>
            <a:xfrm>
              <a:off x="5671336"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Freeform: Shape 10">
              <a:extLst>
                <a:ext uri="{FF2B5EF4-FFF2-40B4-BE49-F238E27FC236}">
                  <a16:creationId xmlns:a16="http://schemas.microsoft.com/office/drawing/2014/main" id="{47ED62E5-894A-A8F9-A6DC-4A5C147CDE78}"/>
                </a:ext>
              </a:extLst>
            </p:cNvPr>
            <p:cNvSpPr/>
            <p:nvPr userDrawn="1"/>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Shape 11">
              <a:extLst>
                <a:ext uri="{FF2B5EF4-FFF2-40B4-BE49-F238E27FC236}">
                  <a16:creationId xmlns:a16="http://schemas.microsoft.com/office/drawing/2014/main" id="{5C181CD4-C69B-2826-AF23-060D677248A9}"/>
                </a:ext>
              </a:extLst>
            </p:cNvPr>
            <p:cNvSpPr/>
            <p:nvPr userDrawn="1"/>
          </p:nvSpPr>
          <p:spPr>
            <a:xfrm rot="5400000">
              <a:off x="11328915" y="3872201"/>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8/12/2026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p>
            <a:r>
              <a:rPr lang="en-US" dirty="0"/>
              <a:t>Click to add title</a:t>
            </a:r>
          </a:p>
        </p:txBody>
      </p:sp>
      <p:sp>
        <p:nvSpPr>
          <p:cNvPr id="11" name="Content Placeholder 2">
            <a:extLst>
              <a:ext uri="{FF2B5EF4-FFF2-40B4-BE49-F238E27FC236}">
                <a16:creationId xmlns:a16="http://schemas.microsoft.com/office/drawing/2014/main" id="{60538251-2B75-FA20-0F29-FB58583E6125}"/>
              </a:ext>
            </a:extLst>
          </p:cNvPr>
          <p:cNvSpPr>
            <a:spLocks noGrp="1"/>
          </p:cNvSpPr>
          <p:nvPr>
            <p:ph sz="half" idx="1" hasCustomPrompt="1"/>
          </p:nvPr>
        </p:nvSpPr>
        <p:spPr>
          <a:xfrm>
            <a:off x="838201" y="1825625"/>
            <a:ext cx="3108958" cy="4297680"/>
          </a:xfrm>
        </p:spPr>
        <p:txBody>
          <a:bodyPr>
            <a:normAutofit/>
          </a:bodyPr>
          <a:lstStyle>
            <a:lvl1pPr marL="228600" indent="-228600">
              <a:spcBef>
                <a:spcPts val="1000"/>
              </a:spcBef>
              <a:spcAft>
                <a:spcPts val="800"/>
              </a:spcAft>
              <a:buClr>
                <a:schemeClr val="accent2"/>
              </a:buClr>
              <a:buFont typeface="Arial" panose="020B0604020202020204" pitchFamily="34" charset="0"/>
              <a:buChar char="•"/>
              <a:defRPr sz="1800"/>
            </a:lvl1pPr>
            <a:lvl2pPr marL="285750" indent="-285750">
              <a:spcBef>
                <a:spcPts val="1000"/>
              </a:spcBef>
              <a:spcAft>
                <a:spcPts val="800"/>
              </a:spcAft>
              <a:buClr>
                <a:schemeClr val="accent2"/>
              </a:buClr>
              <a:buFont typeface="Arial" panose="020B0604020202020204" pitchFamily="34" charset="0"/>
              <a:buChar char="•"/>
              <a:defRPr sz="1800"/>
            </a:lvl2pPr>
            <a:lvl3pPr marL="651510" indent="-285750">
              <a:spcBef>
                <a:spcPts val="1000"/>
              </a:spcBef>
              <a:spcAft>
                <a:spcPts val="800"/>
              </a:spcAft>
              <a:buClr>
                <a:schemeClr val="accent2"/>
              </a:buClr>
              <a:buFont typeface="Arial" panose="020B0604020202020204" pitchFamily="34" charset="0"/>
              <a:buChar char="•"/>
              <a:defRPr sz="1800"/>
            </a:lvl3pPr>
            <a:lvl4pPr marL="925830" indent="-285750">
              <a:spcBef>
                <a:spcPts val="1000"/>
              </a:spcBef>
              <a:spcAft>
                <a:spcPts val="800"/>
              </a:spcAft>
              <a:buClr>
                <a:schemeClr val="accent2"/>
              </a:buClr>
              <a:buFont typeface="Arial" panose="020B0604020202020204" pitchFamily="34" charset="0"/>
              <a:buChar char="•"/>
              <a:defRPr sz="1800"/>
            </a:lvl4pPr>
            <a:lvl5pPr marL="1200150" indent="-285750">
              <a:spcBef>
                <a:spcPts val="1000"/>
              </a:spcBef>
              <a:spcAft>
                <a:spcPts val="800"/>
              </a:spcAft>
              <a:buClr>
                <a:schemeClr val="accent2"/>
              </a:buClr>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A06C49DD-8C29-93EA-04F4-22F84080DF5C}"/>
              </a:ext>
            </a:extLst>
          </p:cNvPr>
          <p:cNvSpPr>
            <a:spLocks noGrp="1"/>
          </p:cNvSpPr>
          <p:nvPr>
            <p:ph sz="half" idx="15" hasCustomPrompt="1"/>
          </p:nvPr>
        </p:nvSpPr>
        <p:spPr>
          <a:xfrm>
            <a:off x="4661820" y="1816916"/>
            <a:ext cx="6698156" cy="4297680"/>
          </a:xfrm>
        </p:spPr>
        <p:txBody>
          <a:bodyPr>
            <a:normAutofit/>
          </a:bodyPr>
          <a:lstStyle>
            <a:lvl1pPr marL="0" indent="0">
              <a:spcBef>
                <a:spcPts val="1000"/>
              </a:spcBef>
              <a:spcAft>
                <a:spcPts val="800"/>
              </a:spcAft>
              <a:buNone/>
              <a:defRPr sz="1800"/>
            </a:lvl1pPr>
            <a:lvl2pPr marL="228600" indent="-228600">
              <a:spcBef>
                <a:spcPts val="1000"/>
              </a:spcBef>
              <a:spcAft>
                <a:spcPts val="800"/>
              </a:spcAft>
              <a:buClr>
                <a:schemeClr val="accent2"/>
              </a:buClr>
              <a:buFont typeface="Arial" panose="020B0604020202020204" pitchFamily="34" charset="0"/>
              <a:buChar char="•"/>
              <a:defRPr sz="1800"/>
            </a:lvl2pPr>
            <a:lvl3pPr marL="594360" indent="-228600">
              <a:spcBef>
                <a:spcPts val="1000"/>
              </a:spcBef>
              <a:spcAft>
                <a:spcPts val="800"/>
              </a:spcAft>
              <a:buClr>
                <a:schemeClr val="accent2"/>
              </a:buClr>
              <a:buFont typeface="Arial" panose="020B0604020202020204" pitchFamily="34" charset="0"/>
              <a:buChar char="•"/>
              <a:defRPr sz="1800"/>
            </a:lvl3pPr>
            <a:lvl4pPr marL="868680" indent="-228600">
              <a:spcBef>
                <a:spcPts val="1000"/>
              </a:spcBef>
              <a:spcAft>
                <a:spcPts val="800"/>
              </a:spcAft>
              <a:buClr>
                <a:schemeClr val="accent2"/>
              </a:buClr>
              <a:buFont typeface="Arial" panose="020B0604020202020204" pitchFamily="34" charset="0"/>
              <a:buChar char="•"/>
              <a:defRPr sz="1800"/>
            </a:lvl4pPr>
            <a:lvl5pPr marL="1143000" indent="-228600">
              <a:spcBef>
                <a:spcPts val="1000"/>
              </a:spcBef>
              <a:spcAft>
                <a:spcPts val="800"/>
              </a:spcAft>
              <a:buClr>
                <a:schemeClr val="accent2"/>
              </a:buClr>
              <a:buFont typeface="Arial" panose="020B0604020202020204" pitchFamily="34" charset="0"/>
              <a:buChar cha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8/12/2026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Freeform: Shape 11">
            <a:extLst>
              <a:ext uri="{FF2B5EF4-FFF2-40B4-BE49-F238E27FC236}">
                <a16:creationId xmlns:a16="http://schemas.microsoft.com/office/drawing/2014/main" id="{1E75594D-82D2-74F6-56EC-46FCD28CBE68}"/>
              </a:ext>
              <a:ext uri="{C183D7F6-B498-43B3-948B-1728B52AA6E4}">
                <adec:decorative xmlns:adec="http://schemas.microsoft.com/office/drawing/2017/decorative" val="1"/>
              </a:ext>
            </a:extLst>
          </p:cNvPr>
          <p:cNvSpPr/>
          <p:nvPr userDrawn="1"/>
        </p:nvSpPr>
        <p:spPr>
          <a:xfrm>
            <a:off x="9994966" y="0"/>
            <a:ext cx="1214656" cy="511514"/>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3">
            <a:extLst>
              <a:ext uri="{FF2B5EF4-FFF2-40B4-BE49-F238E27FC236}">
                <a16:creationId xmlns:a16="http://schemas.microsoft.com/office/drawing/2014/main" id="{FF4E0F5B-0892-2688-EFD3-284369DA50CD}"/>
              </a:ext>
              <a:ext uri="{C183D7F6-B498-43B3-948B-1728B52AA6E4}">
                <adec:decorative xmlns:adec="http://schemas.microsoft.com/office/drawing/2017/decorative" val="1"/>
              </a:ext>
            </a:extLst>
          </p:cNvPr>
          <p:cNvSpPr/>
          <p:nvPr userDrawn="1"/>
        </p:nvSpPr>
        <p:spPr>
          <a:xfrm rot="10800000">
            <a:off x="8097530" y="5590215"/>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71D8715A-3067-732D-C410-868C7CCCF750}"/>
              </a:ext>
              <a:ext uri="{C183D7F6-B498-43B3-948B-1728B52AA6E4}">
                <adec:decorative xmlns:adec="http://schemas.microsoft.com/office/drawing/2017/decorative" val="1"/>
              </a:ext>
            </a:extLst>
          </p:cNvPr>
          <p:cNvCxnSpPr>
            <a:cxnSpLocks/>
          </p:cNvCxnSpPr>
          <p:nvPr userDrawn="1"/>
        </p:nvCxnSpPr>
        <p:spPr>
          <a:xfrm rot="16200000">
            <a:off x="982378" y="551212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5807BCF9-2F5B-200E-2E6C-E177DB56ECB0}"/>
              </a:ext>
              <a:ext uri="{C183D7F6-B498-43B3-948B-1728B52AA6E4}">
                <adec:decorative xmlns:adec="http://schemas.microsoft.com/office/drawing/2017/decorative" val="1"/>
              </a:ext>
            </a:extLst>
          </p:cNvPr>
          <p:cNvGrpSpPr/>
          <p:nvPr userDrawn="1"/>
        </p:nvGrpSpPr>
        <p:grpSpPr>
          <a:xfrm>
            <a:off x="0" y="7458"/>
            <a:ext cx="7083733" cy="6182202"/>
            <a:chOff x="0" y="7460"/>
            <a:chExt cx="7083733" cy="6182202"/>
          </a:xfrm>
        </p:grpSpPr>
        <p:sp>
          <p:nvSpPr>
            <p:cNvPr id="9" name="Freeform: Shape 14">
              <a:extLst>
                <a:ext uri="{FF2B5EF4-FFF2-40B4-BE49-F238E27FC236}">
                  <a16:creationId xmlns:a16="http://schemas.microsoft.com/office/drawing/2014/main" id="{7A624B2B-50FD-9351-987F-2E5A5472CAB6}"/>
                </a:ext>
              </a:extLst>
            </p:cNvPr>
            <p:cNvSpPr/>
            <p:nvPr userDrawn="1"/>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51E534EE-E0F1-2BD9-9A82-7656B90A2D9D}"/>
                </a:ext>
              </a:extLst>
            </p:cNvPr>
            <p:cNvSpPr/>
            <p:nvPr userDrawn="1"/>
          </p:nvSpPr>
          <p:spPr>
            <a:xfrm>
              <a:off x="6234405" y="7460"/>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0" y="198437"/>
            <a:ext cx="5257800" cy="2324046"/>
          </a:xfrm>
        </p:spPr>
        <p:txBody>
          <a:bodyPr anchor="b" anchorCtr="0">
            <a:noAutofit/>
          </a:bodyPr>
          <a:lstStyle>
            <a:lvl1pPr>
              <a:defRPr/>
            </a:lvl1pPr>
          </a:lstStyle>
          <a:p>
            <a:endParaRPr lang="en-US" dirty="0"/>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2657316"/>
            <a:ext cx="5257800" cy="336985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413114" y="845068"/>
            <a:ext cx="5193792" cy="5193792"/>
          </a:xfrm>
          <a:prstGeom prst="ellipse">
            <a:avLst/>
          </a:prstGeom>
        </p:spPr>
        <p:txBody>
          <a:bodyPr/>
          <a:lstStyle>
            <a:lvl1pPr marL="0" indent="0" algn="ctr">
              <a:buNone/>
              <a:defRPr/>
            </a:lvl1pPr>
          </a:lstStyle>
          <a:p>
            <a:r>
              <a:rPr lang="en-US" dirty="0"/>
              <a:t>Click icon to add picture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8/12/2026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and Table">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521BD3DB-6F51-C1AE-FF0E-D0BDCB55F30B}"/>
              </a:ext>
              <a:ext uri="{C183D7F6-B498-43B3-948B-1728B52AA6E4}">
                <adec:decorative xmlns:adec="http://schemas.microsoft.com/office/drawing/2017/decorative" val="1"/>
              </a:ext>
            </a:extLst>
          </p:cNvPr>
          <p:cNvGrpSpPr/>
          <p:nvPr userDrawn="1"/>
        </p:nvGrpSpPr>
        <p:grpSpPr>
          <a:xfrm>
            <a:off x="123536" y="2"/>
            <a:ext cx="11220225" cy="6857998"/>
            <a:chOff x="123536" y="2"/>
            <a:chExt cx="11220225" cy="6857998"/>
          </a:xfrm>
        </p:grpSpPr>
        <p:sp>
          <p:nvSpPr>
            <p:cNvPr id="12" name="Freeform: Shape 7">
              <a:extLst>
                <a:ext uri="{FF2B5EF4-FFF2-40B4-BE49-F238E27FC236}">
                  <a16:creationId xmlns:a16="http://schemas.microsoft.com/office/drawing/2014/main" id="{59903C17-0733-BE0C-7392-283FEC2E98B0}"/>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5"/>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1">
              <a:extLst>
                <a:ext uri="{FF2B5EF4-FFF2-40B4-BE49-F238E27FC236}">
                  <a16:creationId xmlns:a16="http://schemas.microsoft.com/office/drawing/2014/main" id="{898A3450-9C87-13ED-79CC-F4F65D14FF72}"/>
                </a:ext>
              </a:extLst>
            </p:cNvPr>
            <p:cNvSpPr/>
            <p:nvPr userDrawn="1"/>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838200" y="1825625"/>
            <a:ext cx="2882462" cy="4297678"/>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4038599" y="1825625"/>
            <a:ext cx="7315199" cy="4297680"/>
          </a:xfrm>
        </p:spPr>
        <p:txBody>
          <a:bodyPr>
            <a:normAutofit/>
          </a:bodyPr>
          <a:lstStyle>
            <a:lvl1pPr marL="0" indent="0">
              <a:buNone/>
              <a:defRPr sz="2400"/>
            </a:lvl1pPr>
          </a:lstStyle>
          <a:p>
            <a:r>
              <a:rPr lang="en-US" dirty="0"/>
              <a:t>Click icon to add table</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8/12/2026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9FE4C84-13A1-72EA-6541-7C8FDDEA71C0}"/>
              </a:ext>
              <a:ext uri="{C183D7F6-B498-43B3-948B-1728B52AA6E4}">
                <adec:decorative xmlns:adec="http://schemas.microsoft.com/office/drawing/2017/decorative" val="1"/>
              </a:ext>
            </a:extLst>
          </p:cNvPr>
          <p:cNvSpPr/>
          <p:nvPr userDrawn="1"/>
        </p:nvSpPr>
        <p:spPr>
          <a:xfrm>
            <a:off x="361563" y="5800859"/>
            <a:ext cx="692016" cy="692016"/>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0468883-4E51-D3BD-E1C6-601ED9B6EF0E}"/>
              </a:ext>
              <a:ext uri="{C183D7F6-B498-43B3-948B-1728B52AA6E4}">
                <adec:decorative xmlns:adec="http://schemas.microsoft.com/office/drawing/2017/decorative" val="1"/>
              </a:ext>
            </a:extLst>
          </p:cNvPr>
          <p:cNvSpPr/>
          <p:nvPr userDrawn="1"/>
        </p:nvSpPr>
        <p:spPr>
          <a:xfrm rot="21438747" flipV="1">
            <a:off x="7967025" y="2530995"/>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9">
            <a:extLst>
              <a:ext uri="{FF2B5EF4-FFF2-40B4-BE49-F238E27FC236}">
                <a16:creationId xmlns:a16="http://schemas.microsoft.com/office/drawing/2014/main" id="{111AEF3F-9A86-45CE-4817-E3E6863DC09A}"/>
              </a:ext>
              <a:ext uri="{C183D7F6-B498-43B3-948B-1728B52AA6E4}">
                <adec:decorative xmlns:adec="http://schemas.microsoft.com/office/drawing/2017/decorative" val="1"/>
              </a:ext>
            </a:extLst>
          </p:cNvPr>
          <p:cNvSpPr/>
          <p:nvPr userDrawn="1"/>
        </p:nvSpPr>
        <p:spPr>
          <a:xfrm flipH="1">
            <a:off x="11764789" y="390570"/>
            <a:ext cx="437721" cy="797078"/>
          </a:xfrm>
          <a:custGeom>
            <a:avLst/>
            <a:gdLst>
              <a:gd name="connsiteX0" fmla="*/ 28069 w 437721"/>
              <a:gd name="connsiteY0" fmla="*/ 0 h 797078"/>
              <a:gd name="connsiteX1" fmla="*/ 437721 w 437721"/>
              <a:gd name="connsiteY1" fmla="*/ 398539 h 797078"/>
              <a:gd name="connsiteX2" fmla="*/ 28069 w 437721"/>
              <a:gd name="connsiteY2" fmla="*/ 797078 h 797078"/>
              <a:gd name="connsiteX3" fmla="*/ 0 w 437721"/>
              <a:gd name="connsiteY3" fmla="*/ 794325 h 797078"/>
              <a:gd name="connsiteX4" fmla="*/ 0 w 437721"/>
              <a:gd name="connsiteY4" fmla="*/ 2753 h 797078"/>
              <a:gd name="connsiteX5" fmla="*/ 28069 w 437721"/>
              <a:gd name="connsiteY5" fmla="*/ 0 h 797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7721" h="797078">
                <a:moveTo>
                  <a:pt x="28069" y="0"/>
                </a:moveTo>
                <a:cubicBezTo>
                  <a:pt x="254314" y="0"/>
                  <a:pt x="437721" y="178432"/>
                  <a:pt x="437721" y="398539"/>
                </a:cubicBezTo>
                <a:cubicBezTo>
                  <a:pt x="437721" y="618646"/>
                  <a:pt x="254314" y="797078"/>
                  <a:pt x="28069" y="797078"/>
                </a:cubicBezTo>
                <a:lnTo>
                  <a:pt x="0" y="794325"/>
                </a:lnTo>
                <a:lnTo>
                  <a:pt x="0" y="2753"/>
                </a:lnTo>
                <a:lnTo>
                  <a:pt x="28069" y="0"/>
                </a:lnTo>
                <a:close/>
              </a:path>
            </a:pathLst>
          </a:cu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p:txBody>
          <a:bodyPr anchor="ctr" anchorCtr="0">
            <a:noAutofit/>
          </a:bodyPr>
          <a:lstStyle>
            <a:lvl1pPr>
              <a:defRPr/>
            </a:lvl1pPr>
          </a:lstStyle>
          <a:p>
            <a:r>
              <a:rPr lang="en-US" dirty="0"/>
              <a:t>Click to add title</a:t>
            </a:r>
          </a:p>
        </p:txBody>
      </p:sp>
      <p:sp>
        <p:nvSpPr>
          <p:cNvPr id="9" name="Content Placeholder 2">
            <a:extLst>
              <a:ext uri="{FF2B5EF4-FFF2-40B4-BE49-F238E27FC236}">
                <a16:creationId xmlns:a16="http://schemas.microsoft.com/office/drawing/2014/main" id="{F5A792C8-BB21-CDAF-668C-C1EFF45540C6}"/>
              </a:ext>
            </a:extLst>
          </p:cNvPr>
          <p:cNvSpPr>
            <a:spLocks noGrp="1"/>
          </p:cNvSpPr>
          <p:nvPr>
            <p:ph sz="half" idx="13" hasCustomPrompt="1"/>
          </p:nvPr>
        </p:nvSpPr>
        <p:spPr>
          <a:xfrm>
            <a:off x="838200" y="1825625"/>
            <a:ext cx="6934200" cy="4297680"/>
          </a:xfrm>
          <a:noFill/>
        </p:spPr>
        <p:txBody>
          <a:bodyPr vert="horz" lIns="91440" tIns="45720" rIns="91440" bIns="45720" rtlCol="0" anchor="t">
            <a:normAutofit/>
          </a:bodyPr>
          <a:lstStyle>
            <a:lvl1pPr marL="0" indent="0">
              <a:spcBef>
                <a:spcPts val="1000"/>
              </a:spcBef>
              <a:spcAft>
                <a:spcPts val="800"/>
              </a:spcAft>
              <a:buNone/>
              <a:defRPr sz="1800"/>
            </a:lvl1pPr>
            <a:lvl2pPr>
              <a:spcBef>
                <a:spcPts val="500"/>
              </a:spcBef>
              <a:spcAft>
                <a:spcPts val="800"/>
              </a:spcAft>
              <a:buClr>
                <a:schemeClr val="accent2"/>
              </a:buClr>
              <a:defRPr sz="1800"/>
            </a:lvl2pPr>
            <a:lvl3pPr>
              <a:spcBef>
                <a:spcPts val="1000"/>
              </a:spcBef>
              <a:buClr>
                <a:schemeClr val="accent2"/>
              </a:buClr>
              <a:defRPr sz="1800"/>
            </a:lvl3pPr>
            <a:lvl4pPr>
              <a:spcBef>
                <a:spcPts val="1000"/>
              </a:spcBef>
              <a:buClr>
                <a:schemeClr val="accent2"/>
              </a:buClr>
              <a:defRPr sz="1800"/>
            </a:lvl4pPr>
            <a:lvl5pPr>
              <a:spcBef>
                <a:spcPts val="1000"/>
              </a:spcBef>
              <a:buClr>
                <a:schemeClr val="accent2"/>
              </a:buClr>
              <a:defRPr sz="18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endParaRPr lang="en-US" sz="1800" dirty="0">
              <a:latin typeface="Avenir Next LT Pro" panose="020B0504020202020204" pitchFamily="34" charset="77"/>
            </a:endParaRPr>
          </a:p>
        </p:txBody>
      </p:sp>
      <p:sp>
        <p:nvSpPr>
          <p:cNvPr id="4" name="Content Placeholder 3">
            <a:extLst>
              <a:ext uri="{FF2B5EF4-FFF2-40B4-BE49-F238E27FC236}">
                <a16:creationId xmlns:a16="http://schemas.microsoft.com/office/drawing/2014/main" id="{72DFB03A-367B-9ADA-8071-E22871EC115F}"/>
              </a:ext>
            </a:extLst>
          </p:cNvPr>
          <p:cNvSpPr>
            <a:spLocks noGrp="1"/>
          </p:cNvSpPr>
          <p:nvPr>
            <p:ph sz="half" idx="2" hasCustomPrompt="1"/>
          </p:nvPr>
        </p:nvSpPr>
        <p:spPr>
          <a:xfrm>
            <a:off x="7903029" y="1825625"/>
            <a:ext cx="3450771" cy="4297680"/>
          </a:xfrm>
        </p:spPr>
        <p:txBody>
          <a:bodyPr>
            <a:normAutofit/>
          </a:bodyPr>
          <a:lstStyle>
            <a:lvl1pPr marL="0" indent="0">
              <a:spcBef>
                <a:spcPts val="1000"/>
              </a:spcBef>
              <a:spcAft>
                <a:spcPts val="800"/>
              </a:spcAft>
              <a:buNone/>
              <a:defRPr sz="1800"/>
            </a:lvl1pPr>
            <a:lvl2pPr marL="742950" indent="-285750">
              <a:spcBef>
                <a:spcPts val="1000"/>
              </a:spcBef>
              <a:spcAft>
                <a:spcPts val="800"/>
              </a:spcAft>
              <a:buClr>
                <a:schemeClr val="accent2"/>
              </a:buClr>
              <a:buFont typeface="Arial" panose="020B0604020202020204" pitchFamily="34" charset="0"/>
              <a:buChar char="•"/>
              <a:defRPr sz="1600"/>
            </a:lvl2pPr>
            <a:lvl3pPr marL="1200150" indent="-285750">
              <a:spcBef>
                <a:spcPts val="1000"/>
              </a:spcBef>
              <a:spcAft>
                <a:spcPts val="800"/>
              </a:spcAft>
              <a:buClr>
                <a:schemeClr val="accent2"/>
              </a:buClr>
              <a:buFont typeface="Arial" panose="020B0604020202020204" pitchFamily="34" charset="0"/>
              <a:buChar char="•"/>
              <a:defRPr sz="1400"/>
            </a:lvl3pPr>
            <a:lvl4pPr marL="1543050" indent="-171450">
              <a:spcBef>
                <a:spcPts val="1000"/>
              </a:spcBef>
              <a:spcAft>
                <a:spcPts val="800"/>
              </a:spcAft>
              <a:buClr>
                <a:schemeClr val="accent2"/>
              </a:buClr>
              <a:buFont typeface="Arial" panose="020B0604020202020204" pitchFamily="34" charset="0"/>
              <a:buChar char="•"/>
              <a:defRPr sz="1200"/>
            </a:lvl4pPr>
            <a:lvl5pPr marL="2000250" indent="-171450">
              <a:spcBef>
                <a:spcPts val="1000"/>
              </a:spcBef>
              <a:spcAft>
                <a:spcPts val="800"/>
              </a:spcAft>
              <a:buClr>
                <a:schemeClr val="accent2"/>
              </a:buClr>
              <a:buFont typeface="Arial" panose="020B0604020202020204" pitchFamily="34" charset="0"/>
              <a:buChar cha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8/12/2026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p>
            <a:r>
              <a:rPr lang="en-US" dirty="0"/>
              <a:t>Click to add title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8/12/2026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838199" y="1825625"/>
            <a:ext cx="10515600" cy="4297680"/>
          </a:xfrm>
        </p:spPr>
        <p:txBody>
          <a:bodyPr>
            <a:normAutofit/>
          </a:bodyPr>
          <a:lstStyle>
            <a:lvl1pPr>
              <a:defRPr sz="2400"/>
            </a:lvl1pPr>
          </a:lstStyle>
          <a:p>
            <a:r>
              <a:rPr lang="en-US" dirty="0"/>
              <a:t>Click icon to add table</a:t>
            </a:r>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D7B7232D-F1A6-B6C3-3BBF-E834CC7CDC8E}"/>
              </a:ext>
              <a:ext uri="{C183D7F6-B498-43B3-948B-1728B52AA6E4}">
                <adec:decorative xmlns:adec="http://schemas.microsoft.com/office/drawing/2017/decorative" val="1"/>
              </a:ext>
            </a:extLst>
          </p:cNvPr>
          <p:cNvGrpSpPr/>
          <p:nvPr userDrawn="1"/>
        </p:nvGrpSpPr>
        <p:grpSpPr>
          <a:xfrm>
            <a:off x="0" y="0"/>
            <a:ext cx="5930138" cy="6858001"/>
            <a:chOff x="0" y="-1"/>
            <a:chExt cx="5930138" cy="6858001"/>
          </a:xfrm>
        </p:grpSpPr>
        <p:sp>
          <p:nvSpPr>
            <p:cNvPr id="8" name="Oval 7">
              <a:extLst>
                <a:ext uri="{FF2B5EF4-FFF2-40B4-BE49-F238E27FC236}">
                  <a16:creationId xmlns:a16="http://schemas.microsoft.com/office/drawing/2014/main" id="{0D306340-6BFD-FE3D-535B-B59C1C44EDDA}"/>
                </a:ext>
              </a:extLst>
            </p:cNvPr>
            <p:cNvSpPr/>
            <p:nvPr userDrawn="1"/>
          </p:nvSpPr>
          <p:spPr>
            <a:xfrm>
              <a:off x="383877" y="778462"/>
              <a:ext cx="5315035" cy="531503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Shape 11">
              <a:extLst>
                <a:ext uri="{FF2B5EF4-FFF2-40B4-BE49-F238E27FC236}">
                  <a16:creationId xmlns:a16="http://schemas.microsoft.com/office/drawing/2014/main" id="{338E6C4B-ABF3-8B7E-8DCF-A93F69C712B1}"/>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Shape 13">
              <a:extLst>
                <a:ext uri="{FF2B5EF4-FFF2-40B4-BE49-F238E27FC236}">
                  <a16:creationId xmlns:a16="http://schemas.microsoft.com/office/drawing/2014/main" id="{6F90F99F-B12A-E8F9-5A86-D76B201D6308}"/>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Shape 15">
              <a:extLst>
                <a:ext uri="{FF2B5EF4-FFF2-40B4-BE49-F238E27FC236}">
                  <a16:creationId xmlns:a16="http://schemas.microsoft.com/office/drawing/2014/main" id="{BFA99EFE-81BC-95EA-FA61-B7199AD98A74}"/>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Shape 17">
              <a:extLst>
                <a:ext uri="{FF2B5EF4-FFF2-40B4-BE49-F238E27FC236}">
                  <a16:creationId xmlns:a16="http://schemas.microsoft.com/office/drawing/2014/main" id="{DD9FC028-D877-28FE-C646-DBD85D932641}"/>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Shape 21">
              <a:extLst>
                <a:ext uri="{FF2B5EF4-FFF2-40B4-BE49-F238E27FC236}">
                  <a16:creationId xmlns:a16="http://schemas.microsoft.com/office/drawing/2014/main" id="{AA0AFFE9-F0C2-BDA0-BF87-9977706AB6A8}"/>
                </a:ext>
              </a:extLst>
            </p:cNvPr>
            <p:cNvSpPr/>
            <p:nvPr userDrawn="1"/>
          </p:nvSpPr>
          <p:spPr>
            <a:xfrm flipH="1">
              <a:off x="4364198"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2" name="Title 1">
            <a:extLst>
              <a:ext uri="{FF2B5EF4-FFF2-40B4-BE49-F238E27FC236}">
                <a16:creationId xmlns:a16="http://schemas.microsoft.com/office/drawing/2014/main" id="{F657BD59-35CC-9BB3-8621-6FA3356F81AA}"/>
              </a:ext>
            </a:extLst>
          </p:cNvPr>
          <p:cNvSpPr>
            <a:spLocks noGrp="1"/>
          </p:cNvSpPr>
          <p:nvPr>
            <p:ph type="title"/>
          </p:nvPr>
        </p:nvSpPr>
        <p:spPr>
          <a:xfrm>
            <a:off x="383876" y="764502"/>
            <a:ext cx="5315035" cy="5328996"/>
          </a:xfrm>
        </p:spPr>
        <p:txBody>
          <a:bodyPr>
            <a:noAutofit/>
          </a:bodyPr>
          <a:lstStyle>
            <a:lvl1pPr algn="ctr">
              <a:defRPr sz="4400">
                <a:solidFill>
                  <a:schemeClr val="bg1"/>
                </a:solidFill>
              </a:defRPr>
            </a:lvl1pPr>
          </a:lstStyle>
          <a:p>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605455" y="755171"/>
            <a:ext cx="4619937" cy="5315035"/>
          </a:xfrm>
        </p:spPr>
        <p:txBody>
          <a:bodyPr anchor="ctr" anchorCtr="0">
            <a:normAutofit/>
          </a:bodyPr>
          <a:lstStyle>
            <a:lvl1pPr marL="0" indent="0">
              <a:spcBef>
                <a:spcPts val="1000"/>
              </a:spcBef>
              <a:spcAft>
                <a:spcPts val="800"/>
              </a:spcAft>
              <a:buNone/>
              <a:defRPr sz="2400"/>
            </a:lvl1pPr>
            <a:lvl2pPr marL="800100" indent="-342900">
              <a:spcBef>
                <a:spcPts val="1000"/>
              </a:spcBef>
              <a:spcAft>
                <a:spcPts val="800"/>
              </a:spcAft>
              <a:buClr>
                <a:schemeClr val="accent2"/>
              </a:buClr>
              <a:buFont typeface="Arial" panose="020B0604020202020204" pitchFamily="34" charset="0"/>
              <a:buChar char="•"/>
              <a:defRPr sz="2000"/>
            </a:lvl2pPr>
            <a:lvl3pPr marL="1200150" indent="-285750">
              <a:spcBef>
                <a:spcPts val="1000"/>
              </a:spcBef>
              <a:spcAft>
                <a:spcPts val="800"/>
              </a:spcAft>
              <a:buClr>
                <a:schemeClr val="accent2"/>
              </a:buClr>
              <a:buFont typeface="Arial" panose="020B0604020202020204" pitchFamily="34" charset="0"/>
              <a:buChar char="•"/>
              <a:defRPr sz="1800"/>
            </a:lvl3pPr>
            <a:lvl4pPr marL="1657350" indent="-285750">
              <a:spcBef>
                <a:spcPts val="1000"/>
              </a:spcBef>
              <a:spcAft>
                <a:spcPts val="800"/>
              </a:spcAft>
              <a:buClr>
                <a:schemeClr val="accent2"/>
              </a:buClr>
              <a:buFont typeface="Arial" panose="020B0604020202020204" pitchFamily="34" charset="0"/>
              <a:buChar char="•"/>
              <a:defRPr sz="1600"/>
            </a:lvl4pPr>
            <a:lvl5pPr marL="2114550" indent="-285750">
              <a:spcBef>
                <a:spcPts val="1000"/>
              </a:spcBef>
              <a:spcAft>
                <a:spcPts val="800"/>
              </a:spcAft>
              <a:buClr>
                <a:schemeClr val="accent2"/>
              </a:buClr>
              <a:buFont typeface="Arial" panose="020B0604020202020204" pitchFamily="34" charset="0"/>
              <a:buChar char="•"/>
              <a:defRPr sz="16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8/12/2026</a:t>
            </a:fld>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8/12/2026</a:t>
            </a:fld>
            <a:endParaRPr lang="en-US" dirty="0"/>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dirty="0"/>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8"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0.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ctrTitle"/>
          </p:nvPr>
        </p:nvSpPr>
        <p:spPr>
          <a:xfrm>
            <a:off x="5464084" y="2501375"/>
            <a:ext cx="6261291" cy="3630980"/>
          </a:xfrm>
          <a:noFill/>
        </p:spPr>
        <p:txBody>
          <a:bodyPr anchor="b">
            <a:noAutofit/>
          </a:bodyPr>
          <a:lstStyle/>
          <a:p>
            <a:r>
              <a:rPr lang="en-US" dirty="0"/>
              <a:t>[20260812] </a:t>
            </a:r>
            <a:br>
              <a:rPr lang="en-US" dirty="0"/>
            </a:br>
            <a:r>
              <a:rPr lang="en-US" dirty="0"/>
              <a:t>PCCP Topic #2</a:t>
            </a:r>
            <a:br>
              <a:rPr lang="en-US" dirty="0"/>
            </a:br>
            <a:r>
              <a:rPr lang="en-US" dirty="0"/>
              <a:t>Greedy </a:t>
            </a:r>
            <a:br>
              <a:rPr lang="en-US" dirty="0"/>
            </a:br>
            <a:r>
              <a:rPr lang="en-US" dirty="0"/>
              <a:t>Dynamic Programming</a:t>
            </a:r>
            <a:br>
              <a:rPr lang="en-US" dirty="0"/>
            </a:br>
            <a:br>
              <a:rPr lang="en-US" dirty="0"/>
            </a:br>
            <a:r>
              <a:rPr lang="en-US" sz="2400" dirty="0"/>
              <a:t>AX Development Team</a:t>
            </a:r>
            <a:br>
              <a:rPr lang="en-US" sz="2400" dirty="0"/>
            </a:br>
            <a:r>
              <a:rPr lang="en-US" sz="2400" dirty="0"/>
              <a:t>Nguyen Thi Binh An </a:t>
            </a:r>
          </a:p>
        </p:txBody>
      </p:sp>
    </p:spTree>
    <p:extLst>
      <p:ext uri="{BB962C8B-B14F-4D97-AF65-F5344CB8AC3E}">
        <p14:creationId xmlns:p14="http://schemas.microsoft.com/office/powerpoint/2010/main" val="517426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2815929" y="2001832"/>
            <a:ext cx="6560142" cy="3063149"/>
          </a:xfrm>
          <a:noFill/>
        </p:spPr>
        <p:txBody>
          <a:bodyPr/>
          <a:lstStyle/>
          <a:p>
            <a:r>
              <a:rPr lang="en-US" altLang="ko-KR" dirty="0"/>
              <a:t>Greedy</a:t>
            </a:r>
          </a:p>
        </p:txBody>
      </p:sp>
    </p:spTree>
    <p:extLst>
      <p:ext uri="{BB962C8B-B14F-4D97-AF65-F5344CB8AC3E}">
        <p14:creationId xmlns:p14="http://schemas.microsoft.com/office/powerpoint/2010/main" val="1599036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103C39C-4BAC-4FDE-81AE-2CD3FF5092E7}"/>
              </a:ext>
            </a:extLst>
          </p:cNvPr>
          <p:cNvSpPr>
            <a:spLocks noGrp="1"/>
          </p:cNvSpPr>
          <p:nvPr>
            <p:ph type="pic" sz="quarter" idx="13"/>
          </p:nvPr>
        </p:nvSpPr>
        <p:spPr/>
        <p:txBody>
          <a:bodyPr/>
          <a:lstStyle/>
          <a:p>
            <a:endParaRPr lang="ko-KR" altLang="en-US"/>
          </a:p>
        </p:txBody>
      </p:sp>
      <p:pic>
        <p:nvPicPr>
          <p:cNvPr id="6" name="Picture 5">
            <a:extLst>
              <a:ext uri="{FF2B5EF4-FFF2-40B4-BE49-F238E27FC236}">
                <a16:creationId xmlns:a16="http://schemas.microsoft.com/office/drawing/2014/main" id="{D6AA967D-A62A-4B7E-8A7D-BD6190A7F53B}"/>
              </a:ext>
            </a:extLst>
          </p:cNvPr>
          <p:cNvPicPr>
            <a:picLocks noChangeAspect="1"/>
          </p:cNvPicPr>
          <p:nvPr/>
        </p:nvPicPr>
        <p:blipFill>
          <a:blip r:embed="rId3"/>
          <a:stretch>
            <a:fillRect/>
          </a:stretch>
        </p:blipFill>
        <p:spPr>
          <a:xfrm>
            <a:off x="7047220" y="1136132"/>
            <a:ext cx="4876800" cy="4876800"/>
          </a:xfrm>
          <a:prstGeom prst="rect">
            <a:avLst/>
          </a:prstGeom>
        </p:spPr>
      </p:pic>
      <p:sp>
        <p:nvSpPr>
          <p:cNvPr id="14" name="Content Placeholder 2">
            <a:extLst>
              <a:ext uri="{FF2B5EF4-FFF2-40B4-BE49-F238E27FC236}">
                <a16:creationId xmlns:a16="http://schemas.microsoft.com/office/drawing/2014/main" id="{9CED9542-E80C-4BEB-8AF2-96515C5E8434}"/>
              </a:ext>
            </a:extLst>
          </p:cNvPr>
          <p:cNvSpPr>
            <a:spLocks noGrp="1"/>
          </p:cNvSpPr>
          <p:nvPr>
            <p:ph sz="half" idx="1"/>
          </p:nvPr>
        </p:nvSpPr>
        <p:spPr>
          <a:xfrm>
            <a:off x="863724" y="1197472"/>
            <a:ext cx="4915163" cy="2094368"/>
          </a:xfrm>
          <a:noFill/>
        </p:spPr>
        <p:txBody>
          <a:bodyPr>
            <a:normAutofit/>
          </a:bodyPr>
          <a:lstStyle/>
          <a:p>
            <a:r>
              <a:rPr lang="en-US" b="1" dirty="0"/>
              <a:t>Greedy Algorithm Definition</a:t>
            </a:r>
          </a:p>
          <a:p>
            <a:pPr lvl="1"/>
            <a:r>
              <a:rPr lang="en-US" dirty="0"/>
              <a:t>Solution is determined based on making the locally optimal choice at any given moment. In other words, we choose the best decision from the viewpoint of the current stage of the solution.</a:t>
            </a:r>
          </a:p>
        </p:txBody>
      </p:sp>
      <p:sp>
        <p:nvSpPr>
          <p:cNvPr id="15" name="Content Placeholder 2">
            <a:extLst>
              <a:ext uri="{FF2B5EF4-FFF2-40B4-BE49-F238E27FC236}">
                <a16:creationId xmlns:a16="http://schemas.microsoft.com/office/drawing/2014/main" id="{176E4F11-9C99-45D1-9FB3-4DDF3111628C}"/>
              </a:ext>
            </a:extLst>
          </p:cNvPr>
          <p:cNvSpPr txBox="1">
            <a:spLocks/>
          </p:cNvSpPr>
          <p:nvPr/>
        </p:nvSpPr>
        <p:spPr>
          <a:xfrm>
            <a:off x="838199" y="3566161"/>
            <a:ext cx="4915163" cy="2472699"/>
          </a:xfrm>
          <a:prstGeom prst="rect">
            <a:avLst/>
          </a:prstGeom>
          <a:noFill/>
        </p:spPr>
        <p:txBody>
          <a:bodyPr vert="horz" lIns="91440" tIns="45720" rIns="91440" bIns="45720" rtlCol="0">
            <a:normAutofit/>
          </a:bodyPr>
          <a:lstStyle>
            <a:lvl1pPr marL="0" indent="0" algn="l" defTabSz="914400" rtl="0" eaLnBrk="1" latinLnBrk="0" hangingPunct="1">
              <a:lnSpc>
                <a:spcPct val="90000"/>
              </a:lnSpc>
              <a:spcBef>
                <a:spcPts val="1000"/>
              </a:spcBef>
              <a:spcAft>
                <a:spcPts val="800"/>
              </a:spcAft>
              <a:buFont typeface="Arial" panose="020B0604020202020204" pitchFamily="34" charset="0"/>
              <a:buNone/>
              <a:defRPr sz="1800" kern="1200">
                <a:solidFill>
                  <a:schemeClr val="tx1"/>
                </a:solidFill>
                <a:latin typeface="+mn-lt"/>
                <a:ea typeface="+mn-ea"/>
                <a:cs typeface="+mn-cs"/>
              </a:defRPr>
            </a:lvl1pPr>
            <a:lvl2pPr marL="742950" indent="-285750" algn="l" defTabSz="914400" rtl="0" eaLnBrk="1" latinLnBrk="0" hangingPunct="1">
              <a:lnSpc>
                <a:spcPct val="90000"/>
              </a:lnSpc>
              <a:spcBef>
                <a:spcPts val="1000"/>
              </a:spcBef>
              <a:spcAft>
                <a:spcPts val="800"/>
              </a:spcAft>
              <a:buClr>
                <a:schemeClr val="accent2"/>
              </a:buClr>
              <a:buFont typeface="Arial" panose="020B0604020202020204" pitchFamily="34" charset="0"/>
              <a:buChar char="•"/>
              <a:defRPr sz="1600" kern="1200">
                <a:solidFill>
                  <a:schemeClr val="tx1"/>
                </a:solidFill>
                <a:latin typeface="+mn-lt"/>
                <a:ea typeface="+mn-ea"/>
                <a:cs typeface="+mn-cs"/>
              </a:defRPr>
            </a:lvl2pPr>
            <a:lvl3pPr marL="1200150" indent="-285750" algn="l" defTabSz="914400" rtl="0" eaLnBrk="1" latinLnBrk="0" hangingPunct="1">
              <a:lnSpc>
                <a:spcPct val="90000"/>
              </a:lnSpc>
              <a:spcBef>
                <a:spcPts val="1000"/>
              </a:spcBef>
              <a:spcAft>
                <a:spcPts val="800"/>
              </a:spcAft>
              <a:buClr>
                <a:schemeClr val="accent2"/>
              </a:buClr>
              <a:buFont typeface="Arial" panose="020B0604020202020204" pitchFamily="34" charset="0"/>
              <a:buChar char="•"/>
              <a:defRPr sz="1400" kern="1200">
                <a:solidFill>
                  <a:schemeClr val="tx1"/>
                </a:solidFill>
                <a:latin typeface="+mn-lt"/>
                <a:ea typeface="+mn-ea"/>
                <a:cs typeface="+mn-cs"/>
              </a:defRPr>
            </a:lvl3pPr>
            <a:lvl4pPr marL="1543050" indent="-171450" algn="l" defTabSz="914400" rtl="0" eaLnBrk="1" latinLnBrk="0" hangingPunct="1">
              <a:lnSpc>
                <a:spcPct val="90000"/>
              </a:lnSpc>
              <a:spcBef>
                <a:spcPts val="1000"/>
              </a:spcBef>
              <a:spcAft>
                <a:spcPts val="800"/>
              </a:spcAft>
              <a:buClr>
                <a:schemeClr val="accent2"/>
              </a:buClr>
              <a:buFont typeface="Arial" panose="020B0604020202020204" pitchFamily="34" charset="0"/>
              <a:buChar char="•"/>
              <a:defRPr sz="1200" kern="1200">
                <a:solidFill>
                  <a:schemeClr val="tx1"/>
                </a:solidFill>
                <a:latin typeface="+mn-lt"/>
                <a:ea typeface="+mn-ea"/>
                <a:cs typeface="+mn-cs"/>
              </a:defRPr>
            </a:lvl4pPr>
            <a:lvl5pPr marL="2000250" indent="-171450" algn="l" defTabSz="914400" rtl="0" eaLnBrk="1" latinLnBrk="0" hangingPunct="1">
              <a:lnSpc>
                <a:spcPct val="90000"/>
              </a:lnSpc>
              <a:spcBef>
                <a:spcPts val="1000"/>
              </a:spcBef>
              <a:spcAft>
                <a:spcPts val="800"/>
              </a:spcAft>
              <a:buClr>
                <a:schemeClr val="accent2"/>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Trade off</a:t>
            </a:r>
          </a:p>
          <a:p>
            <a:pPr lvl="1"/>
            <a:r>
              <a:rPr lang="en-US" dirty="0"/>
              <a:t>If it is not the best approach, then it often returns a result which is approximately correct but suboptimal. </a:t>
            </a:r>
          </a:p>
          <a:p>
            <a:pPr lvl="1"/>
            <a:r>
              <a:rPr lang="en-US" dirty="0"/>
              <a:t>On the other hand, if it works correctly, its running time is usually faster than those of dynamic programming or brute-force</a:t>
            </a:r>
          </a:p>
        </p:txBody>
      </p:sp>
    </p:spTree>
    <p:extLst>
      <p:ext uri="{BB962C8B-B14F-4D97-AF65-F5344CB8AC3E}">
        <p14:creationId xmlns:p14="http://schemas.microsoft.com/office/powerpoint/2010/main" val="2737241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xfrm>
            <a:off x="838200" y="365125"/>
            <a:ext cx="10515600" cy="1325563"/>
          </a:xfrm>
          <a:noFill/>
        </p:spPr>
        <p:txBody>
          <a:bodyPr anchor="ctr"/>
          <a:lstStyle/>
          <a:p>
            <a:r>
              <a:rPr lang="en-US" dirty="0"/>
              <a:t>Assign Candy</a:t>
            </a:r>
          </a:p>
        </p:txBody>
      </p:sp>
      <p:pic>
        <p:nvPicPr>
          <p:cNvPr id="6" name="Picture 5"/>
          <p:cNvPicPr>
            <a:picLocks noChangeAspect="1"/>
          </p:cNvPicPr>
          <p:nvPr/>
        </p:nvPicPr>
        <p:blipFill>
          <a:blip r:embed="rId3"/>
          <a:stretch>
            <a:fillRect/>
          </a:stretch>
        </p:blipFill>
        <p:spPr>
          <a:xfrm>
            <a:off x="1021404" y="1690688"/>
            <a:ext cx="1324583" cy="1324583"/>
          </a:xfrm>
          <a:prstGeom prst="rect">
            <a:avLst/>
          </a:prstGeom>
        </p:spPr>
      </p:pic>
      <p:pic>
        <p:nvPicPr>
          <p:cNvPr id="7" name="Picture 6"/>
          <p:cNvPicPr>
            <a:picLocks noChangeAspect="1"/>
          </p:cNvPicPr>
          <p:nvPr/>
        </p:nvPicPr>
        <p:blipFill>
          <a:blip r:embed="rId3"/>
          <a:stretch>
            <a:fillRect/>
          </a:stretch>
        </p:blipFill>
        <p:spPr>
          <a:xfrm>
            <a:off x="2529191" y="1690688"/>
            <a:ext cx="1324583" cy="1324583"/>
          </a:xfrm>
          <a:prstGeom prst="rect">
            <a:avLst/>
          </a:prstGeom>
        </p:spPr>
      </p:pic>
      <p:pic>
        <p:nvPicPr>
          <p:cNvPr id="8" name="Picture 7"/>
          <p:cNvPicPr>
            <a:picLocks noChangeAspect="1"/>
          </p:cNvPicPr>
          <p:nvPr/>
        </p:nvPicPr>
        <p:blipFill>
          <a:blip r:embed="rId3"/>
          <a:stretch>
            <a:fillRect/>
          </a:stretch>
        </p:blipFill>
        <p:spPr>
          <a:xfrm>
            <a:off x="4109125" y="1690688"/>
            <a:ext cx="1324583" cy="1324583"/>
          </a:xfrm>
          <a:prstGeom prst="rect">
            <a:avLst/>
          </a:prstGeom>
        </p:spPr>
      </p:pic>
      <p:pic>
        <p:nvPicPr>
          <p:cNvPr id="9" name="Picture 8"/>
          <p:cNvPicPr>
            <a:picLocks noChangeAspect="1"/>
          </p:cNvPicPr>
          <p:nvPr/>
        </p:nvPicPr>
        <p:blipFill>
          <a:blip r:embed="rId3"/>
          <a:stretch>
            <a:fillRect/>
          </a:stretch>
        </p:blipFill>
        <p:spPr>
          <a:xfrm>
            <a:off x="5689059" y="1690687"/>
            <a:ext cx="1324583" cy="1324583"/>
          </a:xfrm>
          <a:prstGeom prst="rect">
            <a:avLst/>
          </a:prstGeom>
        </p:spPr>
      </p:pic>
      <p:pic>
        <p:nvPicPr>
          <p:cNvPr id="10" name="Picture 9"/>
          <p:cNvPicPr>
            <a:picLocks noChangeAspect="1"/>
          </p:cNvPicPr>
          <p:nvPr/>
        </p:nvPicPr>
        <p:blipFill>
          <a:blip r:embed="rId3"/>
          <a:stretch>
            <a:fillRect/>
          </a:stretch>
        </p:blipFill>
        <p:spPr>
          <a:xfrm>
            <a:off x="7311954" y="1690686"/>
            <a:ext cx="1324583" cy="1324583"/>
          </a:xfrm>
          <a:prstGeom prst="rect">
            <a:avLst/>
          </a:prstGeom>
        </p:spPr>
      </p:pic>
      <p:pic>
        <p:nvPicPr>
          <p:cNvPr id="11" name="Picture 10"/>
          <p:cNvPicPr>
            <a:picLocks noChangeAspect="1"/>
          </p:cNvPicPr>
          <p:nvPr/>
        </p:nvPicPr>
        <p:blipFill>
          <a:blip r:embed="rId4"/>
          <a:stretch>
            <a:fillRect/>
          </a:stretch>
        </p:blipFill>
        <p:spPr>
          <a:xfrm>
            <a:off x="1215957" y="3970372"/>
            <a:ext cx="689177" cy="689177"/>
          </a:xfrm>
          <a:prstGeom prst="rect">
            <a:avLst/>
          </a:prstGeom>
        </p:spPr>
      </p:pic>
      <p:pic>
        <p:nvPicPr>
          <p:cNvPr id="12" name="Picture 11"/>
          <p:cNvPicPr>
            <a:picLocks noChangeAspect="1"/>
          </p:cNvPicPr>
          <p:nvPr/>
        </p:nvPicPr>
        <p:blipFill>
          <a:blip r:embed="rId5"/>
          <a:stretch>
            <a:fillRect/>
          </a:stretch>
        </p:blipFill>
        <p:spPr>
          <a:xfrm>
            <a:off x="2723743" y="3970372"/>
            <a:ext cx="747543" cy="747543"/>
          </a:xfrm>
          <a:prstGeom prst="rect">
            <a:avLst/>
          </a:prstGeom>
        </p:spPr>
      </p:pic>
      <p:pic>
        <p:nvPicPr>
          <p:cNvPr id="13" name="Picture 12"/>
          <p:cNvPicPr>
            <a:picLocks noChangeAspect="1"/>
          </p:cNvPicPr>
          <p:nvPr/>
        </p:nvPicPr>
        <p:blipFill>
          <a:blip r:embed="rId4"/>
          <a:stretch>
            <a:fillRect/>
          </a:stretch>
        </p:blipFill>
        <p:spPr>
          <a:xfrm>
            <a:off x="4242066" y="3970372"/>
            <a:ext cx="689177" cy="689177"/>
          </a:xfrm>
          <a:prstGeom prst="rect">
            <a:avLst/>
          </a:prstGeom>
        </p:spPr>
      </p:pic>
      <p:pic>
        <p:nvPicPr>
          <p:cNvPr id="14" name="Picture 13"/>
          <p:cNvPicPr>
            <a:picLocks noChangeAspect="1"/>
          </p:cNvPicPr>
          <p:nvPr/>
        </p:nvPicPr>
        <p:blipFill>
          <a:blip r:embed="rId5"/>
          <a:stretch>
            <a:fillRect/>
          </a:stretch>
        </p:blipFill>
        <p:spPr>
          <a:xfrm>
            <a:off x="5749852" y="3970372"/>
            <a:ext cx="747543" cy="747543"/>
          </a:xfrm>
          <a:prstGeom prst="rect">
            <a:avLst/>
          </a:prstGeom>
        </p:spPr>
      </p:pic>
      <p:pic>
        <p:nvPicPr>
          <p:cNvPr id="15" name="Picture 14"/>
          <p:cNvPicPr>
            <a:picLocks noChangeAspect="1"/>
          </p:cNvPicPr>
          <p:nvPr/>
        </p:nvPicPr>
        <p:blipFill>
          <a:blip r:embed="rId4"/>
          <a:stretch>
            <a:fillRect/>
          </a:stretch>
        </p:blipFill>
        <p:spPr>
          <a:xfrm>
            <a:off x="7311954" y="3970372"/>
            <a:ext cx="689177" cy="689177"/>
          </a:xfrm>
          <a:prstGeom prst="rect">
            <a:avLst/>
          </a:prstGeom>
        </p:spPr>
      </p:pic>
      <p:pic>
        <p:nvPicPr>
          <p:cNvPr id="16" name="Picture 15"/>
          <p:cNvPicPr>
            <a:picLocks noChangeAspect="1"/>
          </p:cNvPicPr>
          <p:nvPr/>
        </p:nvPicPr>
        <p:blipFill>
          <a:blip r:embed="rId5"/>
          <a:stretch>
            <a:fillRect/>
          </a:stretch>
        </p:blipFill>
        <p:spPr>
          <a:xfrm>
            <a:off x="8819740" y="3970372"/>
            <a:ext cx="747543" cy="747543"/>
          </a:xfrm>
          <a:prstGeom prst="rect">
            <a:avLst/>
          </a:prstGeom>
        </p:spPr>
      </p:pic>
      <p:sp>
        <p:nvSpPr>
          <p:cNvPr id="17" name="Title 1">
            <a:extLst>
              <a:ext uri="{FF2B5EF4-FFF2-40B4-BE49-F238E27FC236}">
                <a16:creationId xmlns:a16="http://schemas.microsoft.com/office/drawing/2014/main" id="{B7545968-70F7-0180-6448-3547E442EF4A}"/>
              </a:ext>
            </a:extLst>
          </p:cNvPr>
          <p:cNvSpPr txBox="1">
            <a:spLocks/>
          </p:cNvSpPr>
          <p:nvPr/>
        </p:nvSpPr>
        <p:spPr>
          <a:xfrm>
            <a:off x="1093550" y="2702682"/>
            <a:ext cx="10515600"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3        3        4        5        8</a:t>
            </a:r>
          </a:p>
        </p:txBody>
      </p:sp>
      <p:sp>
        <p:nvSpPr>
          <p:cNvPr id="18" name="Title 1">
            <a:extLst>
              <a:ext uri="{FF2B5EF4-FFF2-40B4-BE49-F238E27FC236}">
                <a16:creationId xmlns:a16="http://schemas.microsoft.com/office/drawing/2014/main" id="{B7545968-70F7-0180-6448-3547E442EF4A}"/>
              </a:ext>
            </a:extLst>
          </p:cNvPr>
          <p:cNvSpPr txBox="1">
            <a:spLocks/>
          </p:cNvSpPr>
          <p:nvPr/>
        </p:nvSpPr>
        <p:spPr>
          <a:xfrm>
            <a:off x="1093550" y="4377457"/>
            <a:ext cx="10515600"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1        1        2        4        4       10</a:t>
            </a:r>
          </a:p>
        </p:txBody>
      </p:sp>
    </p:spTree>
    <p:extLst>
      <p:ext uri="{BB962C8B-B14F-4D97-AF65-F5344CB8AC3E}">
        <p14:creationId xmlns:p14="http://schemas.microsoft.com/office/powerpoint/2010/main" val="414613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179B7D6-6ED1-575F-CF0E-901670A0D2ED}"/>
              </a:ext>
            </a:extLst>
          </p:cNvPr>
          <p:cNvSpPr txBox="1">
            <a:spLocks/>
          </p:cNvSpPr>
          <p:nvPr/>
        </p:nvSpPr>
        <p:spPr>
          <a:xfrm>
            <a:off x="609957" y="1119031"/>
            <a:ext cx="4384736" cy="4619938"/>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kern="1200">
                <a:solidFill>
                  <a:schemeClr val="bg1"/>
                </a:solidFill>
                <a:latin typeface="+mj-lt"/>
                <a:ea typeface="+mj-ea"/>
                <a:cs typeface="+mj-cs"/>
              </a:rPr>
              <a:t>Best time to buy and sell stock</a:t>
            </a:r>
          </a:p>
        </p:txBody>
      </p:sp>
      <p:pic>
        <p:nvPicPr>
          <p:cNvPr id="10" name="그림 9" descr="스크린샷, 그린이(가) 표시된 사진&#10;&#10;AI 생성 콘텐츠는 정확하지 않을 수 있습니다.">
            <a:extLst>
              <a:ext uri="{FF2B5EF4-FFF2-40B4-BE49-F238E27FC236}">
                <a16:creationId xmlns:a16="http://schemas.microsoft.com/office/drawing/2014/main" id="{34FA0BB1-A1FF-BCAE-CE5A-9CCFF97316DD}"/>
              </a:ext>
            </a:extLst>
          </p:cNvPr>
          <p:cNvPicPr>
            <a:picLocks noChangeAspect="1"/>
          </p:cNvPicPr>
          <p:nvPr/>
        </p:nvPicPr>
        <p:blipFill>
          <a:blip r:embed="rId2"/>
          <a:stretch>
            <a:fillRect/>
          </a:stretch>
        </p:blipFill>
        <p:spPr>
          <a:xfrm>
            <a:off x="5801708" y="1863646"/>
            <a:ext cx="5552091" cy="3150811"/>
          </a:xfrm>
          <a:prstGeom prst="rect">
            <a:avLst/>
          </a:prstGeom>
          <a:noFill/>
        </p:spPr>
      </p:pic>
      <p:sp>
        <p:nvSpPr>
          <p:cNvPr id="8" name="AutoShape 2" descr="Why CAE Stock Popped 9% After Earnings | The Motley Fool Canada">
            <a:extLst>
              <a:ext uri="{FF2B5EF4-FFF2-40B4-BE49-F238E27FC236}">
                <a16:creationId xmlns:a16="http://schemas.microsoft.com/office/drawing/2014/main" id="{392E1C53-3565-9FB9-0B3D-F27D9CD5F90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Tree>
    <p:extLst>
      <p:ext uri="{BB962C8B-B14F-4D97-AF65-F5344CB8AC3E}">
        <p14:creationId xmlns:p14="http://schemas.microsoft.com/office/powerpoint/2010/main" val="1441609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45968-70F7-0180-6448-3547E442EF4A}"/>
              </a:ext>
            </a:extLst>
          </p:cNvPr>
          <p:cNvSpPr>
            <a:spLocks noGrp="1"/>
          </p:cNvSpPr>
          <p:nvPr>
            <p:ph type="title"/>
          </p:nvPr>
        </p:nvSpPr>
        <p:spPr>
          <a:xfrm>
            <a:off x="838200" y="365125"/>
            <a:ext cx="10515600" cy="1325563"/>
          </a:xfrm>
          <a:noFill/>
        </p:spPr>
        <p:txBody>
          <a:bodyPr anchor="ctr">
            <a:noAutofit/>
          </a:bodyPr>
          <a:lstStyle/>
          <a:p>
            <a:r>
              <a:rPr lang="en-US" dirty="0"/>
              <a:t>Canoeist</a:t>
            </a:r>
          </a:p>
        </p:txBody>
      </p:sp>
      <p:pic>
        <p:nvPicPr>
          <p:cNvPr id="3" name="Picture 2"/>
          <p:cNvPicPr>
            <a:picLocks noChangeAspect="1"/>
          </p:cNvPicPr>
          <p:nvPr/>
        </p:nvPicPr>
        <p:blipFill>
          <a:blip r:embed="rId3"/>
          <a:stretch>
            <a:fillRect/>
          </a:stretch>
        </p:blipFill>
        <p:spPr>
          <a:xfrm>
            <a:off x="1021404" y="1690688"/>
            <a:ext cx="1324583" cy="1324583"/>
          </a:xfrm>
          <a:prstGeom prst="rect">
            <a:avLst/>
          </a:prstGeom>
        </p:spPr>
      </p:pic>
      <p:pic>
        <p:nvPicPr>
          <p:cNvPr id="5" name="Picture 4"/>
          <p:cNvPicPr>
            <a:picLocks noChangeAspect="1"/>
          </p:cNvPicPr>
          <p:nvPr/>
        </p:nvPicPr>
        <p:blipFill>
          <a:blip r:embed="rId3"/>
          <a:stretch>
            <a:fillRect/>
          </a:stretch>
        </p:blipFill>
        <p:spPr>
          <a:xfrm>
            <a:off x="2529191" y="1690688"/>
            <a:ext cx="1324583" cy="1324583"/>
          </a:xfrm>
          <a:prstGeom prst="rect">
            <a:avLst/>
          </a:prstGeom>
        </p:spPr>
      </p:pic>
      <p:pic>
        <p:nvPicPr>
          <p:cNvPr id="6" name="Picture 5"/>
          <p:cNvPicPr>
            <a:picLocks noChangeAspect="1"/>
          </p:cNvPicPr>
          <p:nvPr/>
        </p:nvPicPr>
        <p:blipFill>
          <a:blip r:embed="rId3"/>
          <a:stretch>
            <a:fillRect/>
          </a:stretch>
        </p:blipFill>
        <p:spPr>
          <a:xfrm>
            <a:off x="4109125" y="1690688"/>
            <a:ext cx="1324583" cy="1324583"/>
          </a:xfrm>
          <a:prstGeom prst="rect">
            <a:avLst/>
          </a:prstGeom>
        </p:spPr>
      </p:pic>
      <p:pic>
        <p:nvPicPr>
          <p:cNvPr id="7" name="Picture 6"/>
          <p:cNvPicPr>
            <a:picLocks noChangeAspect="1"/>
          </p:cNvPicPr>
          <p:nvPr/>
        </p:nvPicPr>
        <p:blipFill>
          <a:blip r:embed="rId3"/>
          <a:stretch>
            <a:fillRect/>
          </a:stretch>
        </p:blipFill>
        <p:spPr>
          <a:xfrm>
            <a:off x="5689059" y="1690687"/>
            <a:ext cx="1324583" cy="1324583"/>
          </a:xfrm>
          <a:prstGeom prst="rect">
            <a:avLst/>
          </a:prstGeom>
        </p:spPr>
      </p:pic>
      <p:pic>
        <p:nvPicPr>
          <p:cNvPr id="8" name="Picture 7"/>
          <p:cNvPicPr>
            <a:picLocks noChangeAspect="1"/>
          </p:cNvPicPr>
          <p:nvPr/>
        </p:nvPicPr>
        <p:blipFill>
          <a:blip r:embed="rId3"/>
          <a:stretch>
            <a:fillRect/>
          </a:stretch>
        </p:blipFill>
        <p:spPr>
          <a:xfrm>
            <a:off x="7311954" y="1690686"/>
            <a:ext cx="1324583" cy="1324583"/>
          </a:xfrm>
          <a:prstGeom prst="rect">
            <a:avLst/>
          </a:prstGeom>
        </p:spPr>
      </p:pic>
      <p:pic>
        <p:nvPicPr>
          <p:cNvPr id="4" name="Picture 3"/>
          <p:cNvPicPr>
            <a:picLocks noChangeAspect="1"/>
          </p:cNvPicPr>
          <p:nvPr/>
        </p:nvPicPr>
        <p:blipFill>
          <a:blip r:embed="rId4"/>
          <a:stretch>
            <a:fillRect/>
          </a:stretch>
        </p:blipFill>
        <p:spPr>
          <a:xfrm>
            <a:off x="2679159" y="3715660"/>
            <a:ext cx="2859931" cy="2859931"/>
          </a:xfrm>
          <a:prstGeom prst="rect">
            <a:avLst/>
          </a:prstGeom>
        </p:spPr>
      </p:pic>
      <p:sp>
        <p:nvSpPr>
          <p:cNvPr id="13" name="Title 1">
            <a:extLst>
              <a:ext uri="{FF2B5EF4-FFF2-40B4-BE49-F238E27FC236}">
                <a16:creationId xmlns:a16="http://schemas.microsoft.com/office/drawing/2014/main" id="{B7545968-70F7-0180-6448-3547E442EF4A}"/>
              </a:ext>
            </a:extLst>
          </p:cNvPr>
          <p:cNvSpPr txBox="1">
            <a:spLocks/>
          </p:cNvSpPr>
          <p:nvPr/>
        </p:nvSpPr>
        <p:spPr>
          <a:xfrm>
            <a:off x="1093550" y="2702682"/>
            <a:ext cx="10515600"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1        2        3        4        5</a:t>
            </a:r>
          </a:p>
        </p:txBody>
      </p:sp>
      <p:sp>
        <p:nvSpPr>
          <p:cNvPr id="14" name="Title 1">
            <a:extLst>
              <a:ext uri="{FF2B5EF4-FFF2-40B4-BE49-F238E27FC236}">
                <a16:creationId xmlns:a16="http://schemas.microsoft.com/office/drawing/2014/main" id="{B7545968-70F7-0180-6448-3547E442EF4A}"/>
              </a:ext>
            </a:extLst>
          </p:cNvPr>
          <p:cNvSpPr txBox="1">
            <a:spLocks/>
          </p:cNvSpPr>
          <p:nvPr/>
        </p:nvSpPr>
        <p:spPr>
          <a:xfrm>
            <a:off x="5941979" y="4807423"/>
            <a:ext cx="2521085"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K = 6</a:t>
            </a:r>
          </a:p>
        </p:txBody>
      </p:sp>
    </p:spTree>
    <p:extLst>
      <p:ext uri="{BB962C8B-B14F-4D97-AF65-F5344CB8AC3E}">
        <p14:creationId xmlns:p14="http://schemas.microsoft.com/office/powerpoint/2010/main" val="4259977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8321A-BF11-5B5F-80FD-1E9B8BB22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D7973-2A7A-69A4-1427-C428EC5D87C9}"/>
              </a:ext>
            </a:extLst>
          </p:cNvPr>
          <p:cNvSpPr>
            <a:spLocks noGrp="1"/>
          </p:cNvSpPr>
          <p:nvPr>
            <p:ph type="title"/>
          </p:nvPr>
        </p:nvSpPr>
        <p:spPr>
          <a:xfrm>
            <a:off x="838200" y="365125"/>
            <a:ext cx="10515600" cy="1325563"/>
          </a:xfrm>
          <a:noFill/>
        </p:spPr>
        <p:txBody>
          <a:bodyPr anchor="ctr"/>
          <a:lstStyle/>
          <a:p>
            <a:r>
              <a:rPr lang="en-US" dirty="0"/>
              <a:t>Coin Change</a:t>
            </a:r>
          </a:p>
        </p:txBody>
      </p:sp>
      <p:pic>
        <p:nvPicPr>
          <p:cNvPr id="5" name="Picture 4"/>
          <p:cNvPicPr>
            <a:picLocks noChangeAspect="1"/>
          </p:cNvPicPr>
          <p:nvPr/>
        </p:nvPicPr>
        <p:blipFill>
          <a:blip r:embed="rId3"/>
          <a:stretch>
            <a:fillRect/>
          </a:stretch>
        </p:blipFill>
        <p:spPr>
          <a:xfrm>
            <a:off x="963038" y="2079797"/>
            <a:ext cx="1032753" cy="1032753"/>
          </a:xfrm>
          <a:prstGeom prst="rect">
            <a:avLst/>
          </a:prstGeom>
        </p:spPr>
      </p:pic>
      <p:pic>
        <p:nvPicPr>
          <p:cNvPr id="6" name="Picture 5"/>
          <p:cNvPicPr>
            <a:picLocks noChangeAspect="1"/>
          </p:cNvPicPr>
          <p:nvPr/>
        </p:nvPicPr>
        <p:blipFill>
          <a:blip r:embed="rId3"/>
          <a:stretch>
            <a:fillRect/>
          </a:stretch>
        </p:blipFill>
        <p:spPr>
          <a:xfrm>
            <a:off x="2681591" y="2079797"/>
            <a:ext cx="1032753" cy="1032753"/>
          </a:xfrm>
          <a:prstGeom prst="rect">
            <a:avLst/>
          </a:prstGeom>
        </p:spPr>
      </p:pic>
      <p:pic>
        <p:nvPicPr>
          <p:cNvPr id="7" name="Picture 6"/>
          <p:cNvPicPr>
            <a:picLocks noChangeAspect="1"/>
          </p:cNvPicPr>
          <p:nvPr/>
        </p:nvPicPr>
        <p:blipFill>
          <a:blip r:embed="rId3"/>
          <a:stretch>
            <a:fillRect/>
          </a:stretch>
        </p:blipFill>
        <p:spPr>
          <a:xfrm>
            <a:off x="4520119" y="2079797"/>
            <a:ext cx="1032753" cy="1032753"/>
          </a:xfrm>
          <a:prstGeom prst="rect">
            <a:avLst/>
          </a:prstGeom>
        </p:spPr>
      </p:pic>
      <p:pic>
        <p:nvPicPr>
          <p:cNvPr id="8" name="Picture 7"/>
          <p:cNvPicPr>
            <a:picLocks noChangeAspect="1"/>
          </p:cNvPicPr>
          <p:nvPr/>
        </p:nvPicPr>
        <p:blipFill>
          <a:blip r:embed="rId4"/>
          <a:stretch>
            <a:fillRect/>
          </a:stretch>
        </p:blipFill>
        <p:spPr>
          <a:xfrm>
            <a:off x="6789907" y="1417015"/>
            <a:ext cx="1732841" cy="1732841"/>
          </a:xfrm>
          <a:prstGeom prst="rect">
            <a:avLst/>
          </a:prstGeom>
        </p:spPr>
      </p:pic>
      <p:sp>
        <p:nvSpPr>
          <p:cNvPr id="9" name="Title 1">
            <a:extLst>
              <a:ext uri="{FF2B5EF4-FFF2-40B4-BE49-F238E27FC236}">
                <a16:creationId xmlns:a16="http://schemas.microsoft.com/office/drawing/2014/main" id="{B7545968-70F7-0180-6448-3547E442EF4A}"/>
              </a:ext>
            </a:extLst>
          </p:cNvPr>
          <p:cNvSpPr txBox="1">
            <a:spLocks/>
          </p:cNvSpPr>
          <p:nvPr/>
        </p:nvSpPr>
        <p:spPr>
          <a:xfrm>
            <a:off x="1093550" y="3091791"/>
            <a:ext cx="4548493"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1        2           5</a:t>
            </a:r>
          </a:p>
        </p:txBody>
      </p:sp>
      <p:sp>
        <p:nvSpPr>
          <p:cNvPr id="10" name="Title 1">
            <a:extLst>
              <a:ext uri="{FF2B5EF4-FFF2-40B4-BE49-F238E27FC236}">
                <a16:creationId xmlns:a16="http://schemas.microsoft.com/office/drawing/2014/main" id="{B7545968-70F7-0180-6448-3547E442EF4A}"/>
              </a:ext>
            </a:extLst>
          </p:cNvPr>
          <p:cNvSpPr txBox="1">
            <a:spLocks/>
          </p:cNvSpPr>
          <p:nvPr/>
        </p:nvSpPr>
        <p:spPr>
          <a:xfrm>
            <a:off x="6879078" y="3091790"/>
            <a:ext cx="1749357"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13</a:t>
            </a:r>
          </a:p>
        </p:txBody>
      </p:sp>
    </p:spTree>
    <p:extLst>
      <p:ext uri="{BB962C8B-B14F-4D97-AF65-F5344CB8AC3E}">
        <p14:creationId xmlns:p14="http://schemas.microsoft.com/office/powerpoint/2010/main" val="451822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8321A-BF11-5B5F-80FD-1E9B8BB22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D7973-2A7A-69A4-1427-C428EC5D87C9}"/>
              </a:ext>
            </a:extLst>
          </p:cNvPr>
          <p:cNvSpPr>
            <a:spLocks noGrp="1"/>
          </p:cNvSpPr>
          <p:nvPr>
            <p:ph type="title"/>
          </p:nvPr>
        </p:nvSpPr>
        <p:spPr>
          <a:xfrm>
            <a:off x="838200" y="365125"/>
            <a:ext cx="10515600" cy="1325563"/>
          </a:xfrm>
          <a:noFill/>
        </p:spPr>
        <p:txBody>
          <a:bodyPr anchor="ctr"/>
          <a:lstStyle/>
          <a:p>
            <a:r>
              <a:rPr lang="en-US" dirty="0"/>
              <a:t>Coin Change</a:t>
            </a:r>
          </a:p>
        </p:txBody>
      </p:sp>
      <p:pic>
        <p:nvPicPr>
          <p:cNvPr id="5" name="Picture 4"/>
          <p:cNvPicPr>
            <a:picLocks noChangeAspect="1"/>
          </p:cNvPicPr>
          <p:nvPr/>
        </p:nvPicPr>
        <p:blipFill>
          <a:blip r:embed="rId3"/>
          <a:stretch>
            <a:fillRect/>
          </a:stretch>
        </p:blipFill>
        <p:spPr>
          <a:xfrm>
            <a:off x="963038" y="2079797"/>
            <a:ext cx="1032753" cy="1032753"/>
          </a:xfrm>
          <a:prstGeom prst="rect">
            <a:avLst/>
          </a:prstGeom>
        </p:spPr>
      </p:pic>
      <p:pic>
        <p:nvPicPr>
          <p:cNvPr id="6" name="Picture 5"/>
          <p:cNvPicPr>
            <a:picLocks noChangeAspect="1"/>
          </p:cNvPicPr>
          <p:nvPr/>
        </p:nvPicPr>
        <p:blipFill>
          <a:blip r:embed="rId3"/>
          <a:stretch>
            <a:fillRect/>
          </a:stretch>
        </p:blipFill>
        <p:spPr>
          <a:xfrm>
            <a:off x="2681591" y="2079797"/>
            <a:ext cx="1032753" cy="1032753"/>
          </a:xfrm>
          <a:prstGeom prst="rect">
            <a:avLst/>
          </a:prstGeom>
        </p:spPr>
      </p:pic>
      <p:pic>
        <p:nvPicPr>
          <p:cNvPr id="7" name="Picture 6"/>
          <p:cNvPicPr>
            <a:picLocks noChangeAspect="1"/>
          </p:cNvPicPr>
          <p:nvPr/>
        </p:nvPicPr>
        <p:blipFill>
          <a:blip r:embed="rId3"/>
          <a:stretch>
            <a:fillRect/>
          </a:stretch>
        </p:blipFill>
        <p:spPr>
          <a:xfrm>
            <a:off x="4520119" y="2079797"/>
            <a:ext cx="1032753" cy="1032753"/>
          </a:xfrm>
          <a:prstGeom prst="rect">
            <a:avLst/>
          </a:prstGeom>
        </p:spPr>
      </p:pic>
      <p:pic>
        <p:nvPicPr>
          <p:cNvPr id="8" name="Picture 7"/>
          <p:cNvPicPr>
            <a:picLocks noChangeAspect="1"/>
          </p:cNvPicPr>
          <p:nvPr/>
        </p:nvPicPr>
        <p:blipFill>
          <a:blip r:embed="rId4"/>
          <a:stretch>
            <a:fillRect/>
          </a:stretch>
        </p:blipFill>
        <p:spPr>
          <a:xfrm>
            <a:off x="6789907" y="1417015"/>
            <a:ext cx="1732841" cy="1732841"/>
          </a:xfrm>
          <a:prstGeom prst="rect">
            <a:avLst/>
          </a:prstGeom>
        </p:spPr>
      </p:pic>
      <p:sp>
        <p:nvSpPr>
          <p:cNvPr id="9" name="Title 1">
            <a:extLst>
              <a:ext uri="{FF2B5EF4-FFF2-40B4-BE49-F238E27FC236}">
                <a16:creationId xmlns:a16="http://schemas.microsoft.com/office/drawing/2014/main" id="{B7545968-70F7-0180-6448-3547E442EF4A}"/>
              </a:ext>
            </a:extLst>
          </p:cNvPr>
          <p:cNvSpPr txBox="1">
            <a:spLocks/>
          </p:cNvSpPr>
          <p:nvPr/>
        </p:nvSpPr>
        <p:spPr>
          <a:xfrm>
            <a:off x="1093550" y="3091791"/>
            <a:ext cx="4548493"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1        3           4</a:t>
            </a:r>
          </a:p>
        </p:txBody>
      </p:sp>
      <p:sp>
        <p:nvSpPr>
          <p:cNvPr id="10" name="Title 1">
            <a:extLst>
              <a:ext uri="{FF2B5EF4-FFF2-40B4-BE49-F238E27FC236}">
                <a16:creationId xmlns:a16="http://schemas.microsoft.com/office/drawing/2014/main" id="{B7545968-70F7-0180-6448-3547E442EF4A}"/>
              </a:ext>
            </a:extLst>
          </p:cNvPr>
          <p:cNvSpPr txBox="1">
            <a:spLocks/>
          </p:cNvSpPr>
          <p:nvPr/>
        </p:nvSpPr>
        <p:spPr>
          <a:xfrm>
            <a:off x="6879078" y="3091790"/>
            <a:ext cx="1749357"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6</a:t>
            </a:r>
          </a:p>
        </p:txBody>
      </p:sp>
    </p:spTree>
    <p:extLst>
      <p:ext uri="{BB962C8B-B14F-4D97-AF65-F5344CB8AC3E}">
        <p14:creationId xmlns:p14="http://schemas.microsoft.com/office/powerpoint/2010/main" val="157325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3CB3-2956-E8D2-C23D-A3BAA7295DEC}"/>
              </a:ext>
            </a:extLst>
          </p:cNvPr>
          <p:cNvSpPr>
            <a:spLocks noGrp="1"/>
          </p:cNvSpPr>
          <p:nvPr>
            <p:ph type="ctrTitle"/>
          </p:nvPr>
        </p:nvSpPr>
        <p:spPr>
          <a:xfrm>
            <a:off x="2815929" y="2001832"/>
            <a:ext cx="6560142" cy="3063149"/>
          </a:xfrm>
          <a:noFill/>
        </p:spPr>
        <p:txBody>
          <a:bodyPr/>
          <a:lstStyle/>
          <a:p>
            <a:r>
              <a:rPr lang="en-US" dirty="0"/>
              <a:t>Dynamic Programming</a:t>
            </a:r>
          </a:p>
        </p:txBody>
      </p:sp>
    </p:spTree>
    <p:extLst>
      <p:ext uri="{BB962C8B-B14F-4D97-AF65-F5344CB8AC3E}">
        <p14:creationId xmlns:p14="http://schemas.microsoft.com/office/powerpoint/2010/main" val="3630989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103C39C-4BAC-4FDE-81AE-2CD3FF5092E7}"/>
              </a:ext>
            </a:extLst>
          </p:cNvPr>
          <p:cNvSpPr>
            <a:spLocks noGrp="1"/>
          </p:cNvSpPr>
          <p:nvPr>
            <p:ph type="pic" sz="quarter" idx="13"/>
          </p:nvPr>
        </p:nvSpPr>
        <p:spPr/>
        <p:txBody>
          <a:bodyPr/>
          <a:lstStyle/>
          <a:p>
            <a:endParaRPr lang="ko-KR" altLang="en-US" dirty="0"/>
          </a:p>
        </p:txBody>
      </p:sp>
      <p:pic>
        <p:nvPicPr>
          <p:cNvPr id="6" name="Picture 5">
            <a:extLst>
              <a:ext uri="{FF2B5EF4-FFF2-40B4-BE49-F238E27FC236}">
                <a16:creationId xmlns:a16="http://schemas.microsoft.com/office/drawing/2014/main" id="{D6AA967D-A62A-4B7E-8A7D-BD6190A7F53B}"/>
              </a:ext>
            </a:extLst>
          </p:cNvPr>
          <p:cNvPicPr>
            <a:picLocks noChangeAspect="1"/>
          </p:cNvPicPr>
          <p:nvPr/>
        </p:nvPicPr>
        <p:blipFill>
          <a:blip r:embed="rId3"/>
          <a:stretch>
            <a:fillRect/>
          </a:stretch>
        </p:blipFill>
        <p:spPr>
          <a:xfrm>
            <a:off x="7047220" y="1136132"/>
            <a:ext cx="4876800" cy="4876800"/>
          </a:xfrm>
          <a:prstGeom prst="rect">
            <a:avLst/>
          </a:prstGeom>
        </p:spPr>
      </p:pic>
      <p:sp>
        <p:nvSpPr>
          <p:cNvPr id="14" name="Content Placeholder 2">
            <a:extLst>
              <a:ext uri="{FF2B5EF4-FFF2-40B4-BE49-F238E27FC236}">
                <a16:creationId xmlns:a16="http://schemas.microsoft.com/office/drawing/2014/main" id="{9CED9542-E80C-4BEB-8AF2-96515C5E8434}"/>
              </a:ext>
            </a:extLst>
          </p:cNvPr>
          <p:cNvSpPr>
            <a:spLocks noGrp="1"/>
          </p:cNvSpPr>
          <p:nvPr>
            <p:ph sz="half" idx="1"/>
          </p:nvPr>
        </p:nvSpPr>
        <p:spPr>
          <a:xfrm>
            <a:off x="863724" y="1197472"/>
            <a:ext cx="5232276" cy="2094368"/>
          </a:xfrm>
          <a:noFill/>
        </p:spPr>
        <p:txBody>
          <a:bodyPr>
            <a:normAutofit lnSpcReduction="10000"/>
          </a:bodyPr>
          <a:lstStyle/>
          <a:p>
            <a:r>
              <a:rPr lang="en-US" b="1" dirty="0"/>
              <a:t>Dynamic Programming Algorithm Definition</a:t>
            </a:r>
          </a:p>
          <a:p>
            <a:pPr lvl="1"/>
            <a:r>
              <a:rPr lang="en-US" dirty="0"/>
              <a:t>Solution is determined based on solving successively similar but smaller problems.</a:t>
            </a:r>
          </a:p>
          <a:p>
            <a:pPr lvl="1"/>
            <a:r>
              <a:rPr lang="en-US" dirty="0"/>
              <a:t>Bigger problem is relatively easy to find, if we have solutions for its sub-problems.</a:t>
            </a:r>
          </a:p>
          <a:p>
            <a:pPr lvl="1"/>
            <a:r>
              <a:rPr lang="en-US" dirty="0"/>
              <a:t>Use memory for caching</a:t>
            </a:r>
          </a:p>
        </p:txBody>
      </p:sp>
    </p:spTree>
    <p:extLst>
      <p:ext uri="{BB962C8B-B14F-4D97-AF65-F5344CB8AC3E}">
        <p14:creationId xmlns:p14="http://schemas.microsoft.com/office/powerpoint/2010/main" val="2680463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B354F-3ECC-178D-F1BD-778FFE785C7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2A1B276-F1A4-E3D0-759A-8DEE08AD96E8}"/>
              </a:ext>
            </a:extLst>
          </p:cNvPr>
          <p:cNvSpPr txBox="1">
            <a:spLocks/>
          </p:cNvSpPr>
          <p:nvPr/>
        </p:nvSpPr>
        <p:spPr>
          <a:xfrm>
            <a:off x="609957" y="1119031"/>
            <a:ext cx="4384736" cy="4619938"/>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Aft>
                <a:spcPts val="600"/>
              </a:spcAft>
            </a:pPr>
            <a:r>
              <a:rPr lang="en-US" kern="1200" dirty="0">
                <a:solidFill>
                  <a:schemeClr val="bg1"/>
                </a:solidFill>
                <a:latin typeface="+mj-lt"/>
                <a:ea typeface="+mj-ea"/>
                <a:cs typeface="+mj-cs"/>
              </a:rPr>
              <a:t>Steps</a:t>
            </a:r>
          </a:p>
        </p:txBody>
      </p:sp>
      <p:sp>
        <p:nvSpPr>
          <p:cNvPr id="8" name="AutoShape 2" descr="Why CAE Stock Popped 9% After Earnings | The Motley Fool Canada">
            <a:extLst>
              <a:ext uri="{FF2B5EF4-FFF2-40B4-BE49-F238E27FC236}">
                <a16:creationId xmlns:a16="http://schemas.microsoft.com/office/drawing/2014/main" id="{C9CB5BE1-21A1-04E6-C196-3FB7A8F607E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ko-KR" altLang="en-US"/>
          </a:p>
        </p:txBody>
      </p:sp>
      <p:sp>
        <p:nvSpPr>
          <p:cNvPr id="2" name="Content Placeholder 2">
            <a:extLst>
              <a:ext uri="{FF2B5EF4-FFF2-40B4-BE49-F238E27FC236}">
                <a16:creationId xmlns:a16="http://schemas.microsoft.com/office/drawing/2014/main" id="{06B0E630-7177-9344-9313-DB3709AC3F29}"/>
              </a:ext>
            </a:extLst>
          </p:cNvPr>
          <p:cNvSpPr txBox="1">
            <a:spLocks/>
          </p:cNvSpPr>
          <p:nvPr/>
        </p:nvSpPr>
        <p:spPr>
          <a:xfrm>
            <a:off x="5107919" y="1359510"/>
            <a:ext cx="6250290" cy="4754123"/>
          </a:xfrm>
          <a:prstGeom prst="rect">
            <a:avLst/>
          </a:prstGeom>
          <a:noFill/>
        </p:spPr>
        <p:txBody>
          <a:bodyPr vert="horz" lIns="91440" tIns="45720" rIns="91440" bIns="45720" rtlCol="0">
            <a:normAutofit/>
          </a:bodyPr>
          <a:lstStyle>
            <a:lvl1pPr marL="0" indent="0" algn="l" defTabSz="914400" rtl="0" eaLnBrk="1" latinLnBrk="0" hangingPunct="1">
              <a:lnSpc>
                <a:spcPct val="90000"/>
              </a:lnSpc>
              <a:spcBef>
                <a:spcPts val="1000"/>
              </a:spcBef>
              <a:spcAft>
                <a:spcPts val="800"/>
              </a:spcAft>
              <a:buFont typeface="Arial" panose="020B0604020202020204" pitchFamily="34" charset="0"/>
              <a:buNone/>
              <a:defRPr sz="1800" kern="1200">
                <a:solidFill>
                  <a:schemeClr val="tx1"/>
                </a:solidFill>
                <a:latin typeface="+mn-lt"/>
                <a:ea typeface="+mn-ea"/>
                <a:cs typeface="+mn-cs"/>
              </a:defRPr>
            </a:lvl1pPr>
            <a:lvl2pPr marL="742950" indent="-285750" algn="l" defTabSz="914400" rtl="0" eaLnBrk="1" latinLnBrk="0" hangingPunct="1">
              <a:lnSpc>
                <a:spcPct val="90000"/>
              </a:lnSpc>
              <a:spcBef>
                <a:spcPts val="1000"/>
              </a:spcBef>
              <a:spcAft>
                <a:spcPts val="800"/>
              </a:spcAft>
              <a:buClr>
                <a:schemeClr val="accent2"/>
              </a:buClr>
              <a:buFont typeface="Arial" panose="020B0604020202020204" pitchFamily="34" charset="0"/>
              <a:buChar char="•"/>
              <a:defRPr sz="1600" kern="1200">
                <a:solidFill>
                  <a:schemeClr val="tx1"/>
                </a:solidFill>
                <a:latin typeface="+mn-lt"/>
                <a:ea typeface="+mn-ea"/>
                <a:cs typeface="+mn-cs"/>
              </a:defRPr>
            </a:lvl2pPr>
            <a:lvl3pPr marL="1200150" indent="-285750" algn="l" defTabSz="914400" rtl="0" eaLnBrk="1" latinLnBrk="0" hangingPunct="1">
              <a:lnSpc>
                <a:spcPct val="90000"/>
              </a:lnSpc>
              <a:spcBef>
                <a:spcPts val="1000"/>
              </a:spcBef>
              <a:spcAft>
                <a:spcPts val="800"/>
              </a:spcAft>
              <a:buClr>
                <a:schemeClr val="accent2"/>
              </a:buClr>
              <a:buFont typeface="Arial" panose="020B0604020202020204" pitchFamily="34" charset="0"/>
              <a:buChar char="•"/>
              <a:defRPr sz="1400" kern="1200">
                <a:solidFill>
                  <a:schemeClr val="tx1"/>
                </a:solidFill>
                <a:latin typeface="+mn-lt"/>
                <a:ea typeface="+mn-ea"/>
                <a:cs typeface="+mn-cs"/>
              </a:defRPr>
            </a:lvl3pPr>
            <a:lvl4pPr marL="1543050" indent="-171450" algn="l" defTabSz="914400" rtl="0" eaLnBrk="1" latinLnBrk="0" hangingPunct="1">
              <a:lnSpc>
                <a:spcPct val="90000"/>
              </a:lnSpc>
              <a:spcBef>
                <a:spcPts val="1000"/>
              </a:spcBef>
              <a:spcAft>
                <a:spcPts val="800"/>
              </a:spcAft>
              <a:buClr>
                <a:schemeClr val="accent2"/>
              </a:buClr>
              <a:buFont typeface="Arial" panose="020B0604020202020204" pitchFamily="34" charset="0"/>
              <a:buChar char="•"/>
              <a:defRPr sz="1200" kern="1200">
                <a:solidFill>
                  <a:schemeClr val="tx1"/>
                </a:solidFill>
                <a:latin typeface="+mn-lt"/>
                <a:ea typeface="+mn-ea"/>
                <a:cs typeface="+mn-cs"/>
              </a:defRPr>
            </a:lvl4pPr>
            <a:lvl5pPr marL="2000250" indent="-171450" algn="l" defTabSz="914400" rtl="0" eaLnBrk="1" latinLnBrk="0" hangingPunct="1">
              <a:lnSpc>
                <a:spcPct val="90000"/>
              </a:lnSpc>
              <a:spcBef>
                <a:spcPts val="1000"/>
              </a:spcBef>
              <a:spcAft>
                <a:spcPts val="800"/>
              </a:spcAft>
              <a:buClr>
                <a:schemeClr val="accent2"/>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r>
              <a:rPr lang="en-US" altLang="ko-KR" sz="2800" b="1" dirty="0"/>
              <a:t>Identify the Problem :</a:t>
            </a:r>
          </a:p>
          <a:p>
            <a:pPr lvl="2"/>
            <a:r>
              <a:rPr lang="en-US" altLang="ko-KR" sz="2800" b="1" dirty="0"/>
              <a:t>overlapping subproblems</a:t>
            </a:r>
          </a:p>
          <a:p>
            <a:pPr lvl="2"/>
            <a:r>
              <a:rPr lang="en-US" altLang="ko-KR" sz="2800" b="1" dirty="0"/>
              <a:t>optimal substructure</a:t>
            </a:r>
          </a:p>
          <a:p>
            <a:pPr lvl="1"/>
            <a:r>
              <a:rPr lang="en-US" sz="2800" dirty="0"/>
              <a:t>Define states (1D, 2D mem..)</a:t>
            </a:r>
          </a:p>
          <a:p>
            <a:pPr lvl="1"/>
            <a:r>
              <a:rPr lang="en-US" sz="2800" dirty="0"/>
              <a:t>Find the relationships (formula)</a:t>
            </a:r>
          </a:p>
          <a:p>
            <a:pPr lvl="1"/>
            <a:r>
              <a:rPr lang="en-US" sz="2800" dirty="0"/>
              <a:t>Base Cases : Simplest Version </a:t>
            </a:r>
          </a:p>
          <a:p>
            <a:pPr lvl="1"/>
            <a:r>
              <a:rPr lang="en-US" sz="2800" dirty="0"/>
              <a:t>Choose top-down or bottom-up</a:t>
            </a:r>
          </a:p>
          <a:p>
            <a:pPr lvl="1"/>
            <a:endParaRPr lang="en-US" sz="2800" dirty="0"/>
          </a:p>
        </p:txBody>
      </p:sp>
    </p:spTree>
    <p:extLst>
      <p:ext uri="{BB962C8B-B14F-4D97-AF65-F5344CB8AC3E}">
        <p14:creationId xmlns:p14="http://schemas.microsoft.com/office/powerpoint/2010/main" val="884201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8321A-BF11-5B5F-80FD-1E9B8BB22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D7973-2A7A-69A4-1427-C428EC5D87C9}"/>
              </a:ext>
            </a:extLst>
          </p:cNvPr>
          <p:cNvSpPr>
            <a:spLocks noGrp="1"/>
          </p:cNvSpPr>
          <p:nvPr>
            <p:ph type="title"/>
          </p:nvPr>
        </p:nvSpPr>
        <p:spPr>
          <a:xfrm>
            <a:off x="915750" y="496228"/>
            <a:ext cx="10515600" cy="1325563"/>
          </a:xfrm>
          <a:noFill/>
        </p:spPr>
        <p:txBody>
          <a:bodyPr anchor="ctr"/>
          <a:lstStyle/>
          <a:p>
            <a:r>
              <a:rPr lang="en-US" dirty="0"/>
              <a:t>Fibonacci</a:t>
            </a:r>
          </a:p>
        </p:txBody>
      </p:sp>
      <p:sp>
        <p:nvSpPr>
          <p:cNvPr id="14" name="Title 1">
            <a:extLst>
              <a:ext uri="{FF2B5EF4-FFF2-40B4-BE49-F238E27FC236}">
                <a16:creationId xmlns:a16="http://schemas.microsoft.com/office/drawing/2014/main" id="{B7545968-70F7-0180-6448-3547E442EF4A}"/>
              </a:ext>
            </a:extLst>
          </p:cNvPr>
          <p:cNvSpPr txBox="1">
            <a:spLocks/>
          </p:cNvSpPr>
          <p:nvPr/>
        </p:nvSpPr>
        <p:spPr>
          <a:xfrm>
            <a:off x="915750" y="1821791"/>
            <a:ext cx="10145950"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0  1  1   2  3  5  8  13  15  28  43  …</a:t>
            </a:r>
          </a:p>
          <a:p>
            <a:r>
              <a:rPr lang="en-US" dirty="0"/>
              <a:t>0  1   2  3  4  5  6    7    8    9  10</a:t>
            </a:r>
          </a:p>
        </p:txBody>
      </p:sp>
    </p:spTree>
    <p:extLst>
      <p:ext uri="{BB962C8B-B14F-4D97-AF65-F5344CB8AC3E}">
        <p14:creationId xmlns:p14="http://schemas.microsoft.com/office/powerpoint/2010/main" val="23290849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8321A-BF11-5B5F-80FD-1E9B8BB22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6D7973-2A7A-69A4-1427-C428EC5D87C9}"/>
              </a:ext>
            </a:extLst>
          </p:cNvPr>
          <p:cNvSpPr>
            <a:spLocks noGrp="1"/>
          </p:cNvSpPr>
          <p:nvPr>
            <p:ph type="title"/>
          </p:nvPr>
        </p:nvSpPr>
        <p:spPr>
          <a:xfrm>
            <a:off x="0" y="0"/>
            <a:ext cx="10515600" cy="1325563"/>
          </a:xfrm>
          <a:noFill/>
        </p:spPr>
        <p:txBody>
          <a:bodyPr anchor="ctr"/>
          <a:lstStyle/>
          <a:p>
            <a:r>
              <a:rPr lang="en-US" dirty="0"/>
              <a:t>Coin Change</a:t>
            </a:r>
          </a:p>
        </p:txBody>
      </p:sp>
      <p:pic>
        <p:nvPicPr>
          <p:cNvPr id="5" name="Picture 4"/>
          <p:cNvPicPr>
            <a:picLocks noChangeAspect="1"/>
          </p:cNvPicPr>
          <p:nvPr/>
        </p:nvPicPr>
        <p:blipFill>
          <a:blip r:embed="rId3"/>
          <a:stretch>
            <a:fillRect/>
          </a:stretch>
        </p:blipFill>
        <p:spPr>
          <a:xfrm>
            <a:off x="237515" y="3256033"/>
            <a:ext cx="1032753" cy="1032753"/>
          </a:xfrm>
          <a:prstGeom prst="rect">
            <a:avLst/>
          </a:prstGeom>
        </p:spPr>
      </p:pic>
      <p:pic>
        <p:nvPicPr>
          <p:cNvPr id="6" name="Picture 5"/>
          <p:cNvPicPr>
            <a:picLocks noChangeAspect="1"/>
          </p:cNvPicPr>
          <p:nvPr/>
        </p:nvPicPr>
        <p:blipFill>
          <a:blip r:embed="rId3"/>
          <a:stretch>
            <a:fillRect/>
          </a:stretch>
        </p:blipFill>
        <p:spPr>
          <a:xfrm>
            <a:off x="183104" y="4454328"/>
            <a:ext cx="1032753" cy="1032753"/>
          </a:xfrm>
          <a:prstGeom prst="rect">
            <a:avLst/>
          </a:prstGeom>
        </p:spPr>
      </p:pic>
      <p:pic>
        <p:nvPicPr>
          <p:cNvPr id="7" name="Picture 6"/>
          <p:cNvPicPr>
            <a:picLocks noChangeAspect="1"/>
          </p:cNvPicPr>
          <p:nvPr/>
        </p:nvPicPr>
        <p:blipFill>
          <a:blip r:embed="rId3"/>
          <a:stretch>
            <a:fillRect/>
          </a:stretch>
        </p:blipFill>
        <p:spPr>
          <a:xfrm>
            <a:off x="174643" y="5652623"/>
            <a:ext cx="1032753" cy="1032753"/>
          </a:xfrm>
          <a:prstGeom prst="rect">
            <a:avLst/>
          </a:prstGeom>
        </p:spPr>
      </p:pic>
      <p:pic>
        <p:nvPicPr>
          <p:cNvPr id="8" name="Picture 7"/>
          <p:cNvPicPr>
            <a:picLocks noChangeAspect="1"/>
          </p:cNvPicPr>
          <p:nvPr/>
        </p:nvPicPr>
        <p:blipFill>
          <a:blip r:embed="rId4"/>
          <a:stretch>
            <a:fillRect/>
          </a:stretch>
        </p:blipFill>
        <p:spPr>
          <a:xfrm>
            <a:off x="340975" y="1157104"/>
            <a:ext cx="1732841" cy="1732841"/>
          </a:xfrm>
          <a:prstGeom prst="rect">
            <a:avLst/>
          </a:prstGeom>
        </p:spPr>
      </p:pic>
      <p:sp>
        <p:nvSpPr>
          <p:cNvPr id="10" name="Title 1">
            <a:extLst>
              <a:ext uri="{FF2B5EF4-FFF2-40B4-BE49-F238E27FC236}">
                <a16:creationId xmlns:a16="http://schemas.microsoft.com/office/drawing/2014/main" id="{B7545968-70F7-0180-6448-3547E442EF4A}"/>
              </a:ext>
            </a:extLst>
          </p:cNvPr>
          <p:cNvSpPr txBox="1">
            <a:spLocks/>
          </p:cNvSpPr>
          <p:nvPr/>
        </p:nvSpPr>
        <p:spPr>
          <a:xfrm>
            <a:off x="2322377" y="1628016"/>
            <a:ext cx="1749357"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6</a:t>
            </a:r>
          </a:p>
        </p:txBody>
      </p:sp>
      <p:pic>
        <p:nvPicPr>
          <p:cNvPr id="4" name="Picture 3"/>
          <p:cNvPicPr>
            <a:picLocks noChangeAspect="1"/>
          </p:cNvPicPr>
          <p:nvPr/>
        </p:nvPicPr>
        <p:blipFill>
          <a:blip r:embed="rId5"/>
          <a:stretch>
            <a:fillRect/>
          </a:stretch>
        </p:blipFill>
        <p:spPr>
          <a:xfrm>
            <a:off x="3197055" y="2740896"/>
            <a:ext cx="7686675" cy="2686050"/>
          </a:xfrm>
          <a:prstGeom prst="rect">
            <a:avLst/>
          </a:prstGeom>
        </p:spPr>
      </p:pic>
      <p:sp>
        <p:nvSpPr>
          <p:cNvPr id="11" name="Title 1">
            <a:extLst>
              <a:ext uri="{FF2B5EF4-FFF2-40B4-BE49-F238E27FC236}">
                <a16:creationId xmlns:a16="http://schemas.microsoft.com/office/drawing/2014/main" id="{B7545968-70F7-0180-6448-3547E442EF4A}"/>
              </a:ext>
            </a:extLst>
          </p:cNvPr>
          <p:cNvSpPr txBox="1">
            <a:spLocks/>
          </p:cNvSpPr>
          <p:nvPr/>
        </p:nvSpPr>
        <p:spPr>
          <a:xfrm>
            <a:off x="1270268" y="3192398"/>
            <a:ext cx="1749357"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1</a:t>
            </a:r>
          </a:p>
        </p:txBody>
      </p:sp>
      <p:sp>
        <p:nvSpPr>
          <p:cNvPr id="12" name="Title 1">
            <a:extLst>
              <a:ext uri="{FF2B5EF4-FFF2-40B4-BE49-F238E27FC236}">
                <a16:creationId xmlns:a16="http://schemas.microsoft.com/office/drawing/2014/main" id="{B7545968-70F7-0180-6448-3547E442EF4A}"/>
              </a:ext>
            </a:extLst>
          </p:cNvPr>
          <p:cNvSpPr txBox="1">
            <a:spLocks/>
          </p:cNvSpPr>
          <p:nvPr/>
        </p:nvSpPr>
        <p:spPr>
          <a:xfrm>
            <a:off x="1270268" y="4304808"/>
            <a:ext cx="1749357"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3</a:t>
            </a:r>
          </a:p>
        </p:txBody>
      </p:sp>
      <p:sp>
        <p:nvSpPr>
          <p:cNvPr id="13" name="Title 1">
            <a:extLst>
              <a:ext uri="{FF2B5EF4-FFF2-40B4-BE49-F238E27FC236}">
                <a16:creationId xmlns:a16="http://schemas.microsoft.com/office/drawing/2014/main" id="{B7545968-70F7-0180-6448-3547E442EF4A}"/>
              </a:ext>
            </a:extLst>
          </p:cNvPr>
          <p:cNvSpPr txBox="1">
            <a:spLocks/>
          </p:cNvSpPr>
          <p:nvPr/>
        </p:nvSpPr>
        <p:spPr>
          <a:xfrm>
            <a:off x="1270268" y="5417218"/>
            <a:ext cx="1749357" cy="1325563"/>
          </a:xfrm>
          <a:prstGeom prst="rect">
            <a:avLst/>
          </a:prstGeom>
          <a:noFill/>
        </p:spPr>
        <p:txBody>
          <a:bodyPr vert="horz" lIns="91440" tIns="45720" rIns="91440" bIns="45720" rtlCol="0" anchor="ctr"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4</a:t>
            </a:r>
          </a:p>
        </p:txBody>
      </p:sp>
    </p:spTree>
    <p:extLst>
      <p:ext uri="{BB962C8B-B14F-4D97-AF65-F5344CB8AC3E}">
        <p14:creationId xmlns:p14="http://schemas.microsoft.com/office/powerpoint/2010/main" val="17925145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xfrm>
            <a:off x="383876" y="764502"/>
            <a:ext cx="5315035" cy="5328996"/>
          </a:xfrm>
          <a:noFill/>
        </p:spPr>
        <p:txBody>
          <a:bodyPr/>
          <a:lstStyle/>
          <a:p>
            <a:r>
              <a:rPr lang="en-US" dirty="0"/>
              <a:t>Time for code..</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xfrm>
            <a:off x="6605455" y="755171"/>
            <a:ext cx="4619937" cy="5315035"/>
          </a:xfrm>
          <a:noFill/>
        </p:spPr>
        <p:txBody>
          <a:bodyPr>
            <a:normAutofit/>
          </a:bodyPr>
          <a:lstStyle/>
          <a:p>
            <a:r>
              <a:rPr lang="en-US" dirty="0"/>
              <a:t>Nguyen Thi Binh An</a:t>
            </a:r>
          </a:p>
          <a:p>
            <a:r>
              <a:rPr lang="en-US" sz="1600" dirty="0"/>
              <a:t>AX Development Team</a:t>
            </a:r>
          </a:p>
          <a:p>
            <a:r>
              <a:rPr lang="en-US" sz="1600" dirty="0"/>
              <a:t>an.ntb@lgcns.com</a:t>
            </a:r>
          </a:p>
        </p:txBody>
      </p:sp>
    </p:spTree>
    <p:extLst>
      <p:ext uri="{BB962C8B-B14F-4D97-AF65-F5344CB8AC3E}">
        <p14:creationId xmlns:p14="http://schemas.microsoft.com/office/powerpoint/2010/main" val="1562484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내용 개체 틀 2">
            <a:extLst>
              <a:ext uri="{FF2B5EF4-FFF2-40B4-BE49-F238E27FC236}">
                <a16:creationId xmlns:a16="http://schemas.microsoft.com/office/drawing/2014/main" id="{6FFBE9EF-E078-347B-9685-1BB7DDCD5B32}"/>
              </a:ext>
            </a:extLst>
          </p:cNvPr>
          <p:cNvSpPr>
            <a:spLocks noGrp="1"/>
          </p:cNvSpPr>
          <p:nvPr>
            <p:ph idx="1"/>
          </p:nvPr>
        </p:nvSpPr>
        <p:spPr/>
        <p:txBody>
          <a:bodyPr/>
          <a:lstStyle/>
          <a:p>
            <a:endParaRPr lang="ko-KR" altLang="en-US"/>
          </a:p>
        </p:txBody>
      </p:sp>
      <p:pic>
        <p:nvPicPr>
          <p:cNvPr id="5" name="그림 4">
            <a:extLst>
              <a:ext uri="{FF2B5EF4-FFF2-40B4-BE49-F238E27FC236}">
                <a16:creationId xmlns:a16="http://schemas.microsoft.com/office/drawing/2014/main" id="{C0202969-F1E3-3B50-E391-8094A0BA4533}"/>
              </a:ext>
            </a:extLst>
          </p:cNvPr>
          <p:cNvPicPr>
            <a:picLocks noChangeAspect="1"/>
          </p:cNvPicPr>
          <p:nvPr/>
        </p:nvPicPr>
        <p:blipFill>
          <a:blip r:embed="rId2"/>
          <a:stretch>
            <a:fillRect/>
          </a:stretch>
        </p:blipFill>
        <p:spPr>
          <a:xfrm>
            <a:off x="3782292" y="1228725"/>
            <a:ext cx="7620000" cy="4400550"/>
          </a:xfrm>
          <a:prstGeom prst="rect">
            <a:avLst/>
          </a:prstGeom>
        </p:spPr>
      </p:pic>
    </p:spTree>
    <p:extLst>
      <p:ext uri="{BB962C8B-B14F-4D97-AF65-F5344CB8AC3E}">
        <p14:creationId xmlns:p14="http://schemas.microsoft.com/office/powerpoint/2010/main" val="4238907645"/>
      </p:ext>
    </p:extLst>
  </p:cSld>
  <p:clrMapOvr>
    <a:masterClrMapping/>
  </p:clrMapOvr>
</p:sld>
</file>

<file path=ppt/theme/theme1.xml><?xml version="1.0" encoding="utf-8"?>
<a:theme xmlns:a="http://schemas.openxmlformats.org/drawingml/2006/main" name="Custom">
  <a:themeElements>
    <a:clrScheme name="TM78504181">
      <a:dk1>
        <a:srgbClr val="000000"/>
      </a:dk1>
      <a:lt1>
        <a:srgbClr val="FFFFFF"/>
      </a:lt1>
      <a:dk2>
        <a:srgbClr val="FFF8F4"/>
      </a:dk2>
      <a:lt2>
        <a:srgbClr val="E8E8E8"/>
      </a:lt2>
      <a:accent1>
        <a:srgbClr val="EE7660"/>
      </a:accent1>
      <a:accent2>
        <a:srgbClr val="4D90EF"/>
      </a:accent2>
      <a:accent3>
        <a:srgbClr val="5B5160"/>
      </a:accent3>
      <a:accent4>
        <a:srgbClr val="2BC2B4"/>
      </a:accent4>
      <a:accent5>
        <a:srgbClr val="C097F8"/>
      </a:accent5>
      <a:accent6>
        <a:srgbClr val="FF9413"/>
      </a:accent6>
      <a:hlink>
        <a:srgbClr val="467886"/>
      </a:hlink>
      <a:folHlink>
        <a:srgbClr val="96607D"/>
      </a:folHlink>
    </a:clrScheme>
    <a:fontScheme name="Custom 49">
      <a:majorFont>
        <a:latin typeface="Tw Cen MT"/>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78504181_Win32_SL_V11" id="{D9600F65-346D-4C25-A611-673E5C44A142}" vid="{299F2556-E258-444F-A1E6-FA759CE228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FFD73E-D96B-4428-99CD-717A4897D3B4}">
  <ds:schemaRefs>
    <ds:schemaRef ds:uri="http://schemas.microsoft.com/sharepoint/v3/contenttype/forms"/>
  </ds:schemaRefs>
</ds:datastoreItem>
</file>

<file path=customXml/itemProps2.xml><?xml version="1.0" encoding="utf-8"?>
<ds:datastoreItem xmlns:ds="http://schemas.openxmlformats.org/officeDocument/2006/customXml" ds:itemID="{A3165DE6-2DCE-44FC-94B7-A499559DBF88}">
  <ds:schemaRefs>
    <ds:schemaRef ds:uri="http://schemas.microsoft.com/office/infopath/2007/PartnerControls"/>
    <ds:schemaRef ds:uri="http://purl.org/dc/elements/1.1/"/>
    <ds:schemaRef ds:uri="230e9df3-be65-4c73-a93b-d1236ebd677e"/>
    <ds:schemaRef ds:uri="http://schemas.openxmlformats.org/package/2006/metadata/core-properties"/>
    <ds:schemaRef ds:uri="71af3243-3dd4-4a8d-8c0d-dd76da1f02a5"/>
    <ds:schemaRef ds:uri="http://schemas.microsoft.com/office/2006/documentManagement/types"/>
    <ds:schemaRef ds:uri="16c05727-aa75-4e4a-9b5f-8a80a1165891"/>
    <ds:schemaRef ds:uri="http://schemas.microsoft.com/sharepoint/v3"/>
    <ds:schemaRef ds:uri="http://schemas.microsoft.com/office/2006/metadata/properties"/>
    <ds:schemaRef ds:uri="http://www.w3.org/XML/1998/namespace"/>
    <ds:schemaRef ds:uri="http://purl.org/dc/dcmitype/"/>
    <ds:schemaRef ds:uri="http://purl.org/dc/terms/"/>
  </ds:schemaRefs>
</ds:datastoreItem>
</file>

<file path=customXml/itemProps3.xml><?xml version="1.0" encoding="utf-8"?>
<ds:datastoreItem xmlns:ds="http://schemas.openxmlformats.org/officeDocument/2006/customXml" ds:itemID="{1285E733-8340-4FDD-A6FC-B22F1B75E4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1935</TotalTime>
  <Words>279</Words>
  <Application>Microsoft Office PowerPoint</Application>
  <PresentationFormat>와이드스크린</PresentationFormat>
  <Paragraphs>57</Paragraphs>
  <Slides>15</Slides>
  <Notes>12</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15</vt:i4>
      </vt:variant>
    </vt:vector>
  </HeadingPairs>
  <TitlesOfParts>
    <vt:vector size="22" baseType="lpstr">
      <vt:lpstr>Aptos</vt:lpstr>
      <vt:lpstr>Arial</vt:lpstr>
      <vt:lpstr>Avenir Next LT Pro</vt:lpstr>
      <vt:lpstr>Avenir Next LT Pro Light</vt:lpstr>
      <vt:lpstr>Calibri</vt:lpstr>
      <vt:lpstr>Tw Cen MT</vt:lpstr>
      <vt:lpstr>Custom</vt:lpstr>
      <vt:lpstr>[20260812]  PCCP Topic #2 Greedy  Dynamic Programming  AX Development Team Nguyen Thi Binh An </vt:lpstr>
      <vt:lpstr>Greedy</vt:lpstr>
      <vt:lpstr>PowerPoint 프레젠테이션</vt:lpstr>
      <vt:lpstr>Assign Candy</vt:lpstr>
      <vt:lpstr>PowerPoint 프레젠테이션</vt:lpstr>
      <vt:lpstr>Canoeist</vt:lpstr>
      <vt:lpstr>Coin Change</vt:lpstr>
      <vt:lpstr>Coin Change</vt:lpstr>
      <vt:lpstr>Dynamic Programming</vt:lpstr>
      <vt:lpstr>PowerPoint 프레젠테이션</vt:lpstr>
      <vt:lpstr>PowerPoint 프레젠테이션</vt:lpstr>
      <vt:lpstr>Fibonacci</vt:lpstr>
      <vt:lpstr>Coin Change</vt:lpstr>
      <vt:lpstr>Time for code..</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presentation</dc:title>
  <cp:lastModifiedBy>NGUYEN THI BINH AN</cp:lastModifiedBy>
  <cp:revision>60</cp:revision>
  <dcterms:created xsi:type="dcterms:W3CDTF">2024-01-11T14:50:00Z</dcterms:created>
  <dcterms:modified xsi:type="dcterms:W3CDTF">2026-08-12T08:54:20Z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