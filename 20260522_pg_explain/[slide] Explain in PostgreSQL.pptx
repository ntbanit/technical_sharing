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5" r:id="rId9"/>
    <p:sldId id="260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8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13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77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16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55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3200400" cy="32004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(ANALYZE, BUFFERS)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 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2139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customers c ON 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0" y="2523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'pending';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234440"/>
            <a:ext cx="393192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(ANALYZE, BUFFERS)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 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139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customers c ON 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523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'pending';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188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 ANALYZE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smtClean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Keyword in </a:t>
            </a:r>
            <a:r>
              <a:rPr lang="en-US" sz="2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5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know about</a:t>
            </a:r>
          </a:p>
          <a:p>
            <a:pPr marL="0" indent="0" algn="l">
              <a:buNone/>
            </a:pPr>
            <a:r>
              <a:rPr lang="en-US" sz="15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Performance 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EXPLAIN ANALYZE?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886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88620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the planner's INTENDED plan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run the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to use on production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estimated costs, rows, width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actual timing or real row counts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1051560"/>
            <a:ext cx="4389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051560"/>
            <a:ext cx="4389120" cy="411480"/>
          </a:xfrm>
          <a:prstGeom prst="rect">
            <a:avLst/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ANALYZE  ✓ Use This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Actually EXECUTES the query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057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 real timing per node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514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actual vs estimated rows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971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Reveals buffer (I/O) usage with BUFFERS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3429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Exposes sort spills, loop counts &amp; more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590288"/>
            <a:ext cx="85496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99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(ANALYZE, BUFFERS, FORMAT TEXT)  SELECT ...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the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Scan on orders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(cost=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0.00..4820.00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rows=</a:t>
            </a: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width=120)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(actual time=</a:t>
            </a: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0.031..45.231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rows=</a:t>
            </a: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loops=1)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Filter: (customer_id = 42)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Rows Removed by Filter: </a:t>
            </a: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99999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2788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606040"/>
            <a:ext cx="64008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70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cost=0.00..4820.00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990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estimate (startup..total). NOT milliseconds — arbitrary units.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606040"/>
            <a:ext cx="2788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606040"/>
            <a:ext cx="64008" cy="10058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670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time=0.031..45.231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990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wall-clock ms. This is what actually took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606040"/>
            <a:ext cx="2788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606040"/>
            <a:ext cx="64008" cy="10058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670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rows=1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2990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rows (planner). Compare to actual to spot bad estimates.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2788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03320"/>
            <a:ext cx="64008" cy="10058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rows=1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rows returned. Mismatch with estimated = plan quality issue.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703320"/>
            <a:ext cx="2788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703320"/>
            <a:ext cx="64008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loops=1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this node ran. Multiply time × loops for true total cost.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703320"/>
            <a:ext cx="2788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703320"/>
            <a:ext cx="64008" cy="10058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Removed by Filter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63640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scanned but discarded. High number = missing index.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the Output</a:t>
            </a:r>
            <a:endParaRPr lang="en-US" sz="28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7" y="905256"/>
            <a:ext cx="68294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38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Node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Scan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993392" y="1051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Watch Out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41732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entire table row by row. Fine for small tables. Bad for large tables with selective WHERE clauses.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an index on the filtered column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9601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960120"/>
            <a:ext cx="2834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Scan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37760" y="1051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28416" y="141732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B-tree index to jump to matching rows. Fast for selective queries returning few rows.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28416" y="246888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Already optimal — keep 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3056" y="9601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960120"/>
            <a:ext cx="2834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Bitmap Heap Scan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82128" y="10515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2128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72784" y="141732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page locations via index (Bitmap Index Scan), then fetches in physical order. Reduces random I/O.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72784" y="246888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Good for medium selectivity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80360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971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Loop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993392" y="29718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3392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Check loops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333756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outer row, scans the inner side. Deadly with high outer row counts — multiply time × loops.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84048" y="438912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Ensure inner index exists; consider Hash Join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18688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18688" y="2880360"/>
            <a:ext cx="2834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2971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Join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937760" y="29718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28416" y="333756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hash table from the smaller side, probes with the larger. Efficient for large unsorted datasets.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28416" y="438912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Watch for hash batches &gt; 1 (disk spill)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63056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63056" y="2880360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2971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882128" y="29718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82128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Watch Disk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72784" y="333756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rows. If 'Sort Method: external merge Disk' appears, it spilled to disk — work_mem is too low.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272784" y="438912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 work_mem = higher value; or add index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Node Types</a:t>
            </a:r>
            <a:endParaRPr lang="en-US" sz="280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200150"/>
            <a:ext cx="69151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Node Types</a:t>
            </a:r>
            <a:endParaRPr lang="en-US" sz="280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200150"/>
            <a:ext cx="69151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3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Node Types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81125"/>
            <a:ext cx="64008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86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5 Red Flags in EXPLAIN ANALYZE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731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384048" cy="384048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969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≠ Actual Rows (Large Gap)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rows=1  →  actual rows=85,000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picks wrong join/strategy. Run ANALYZE to refresh table statistics.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ANALYZE table_name;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8595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09928"/>
            <a:ext cx="54864" cy="731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847088"/>
            <a:ext cx="384048" cy="384048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"Rows Removed by Filter" is Huge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Removed by Filter: 4,999,999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scanned to find almost nothing. Classic missing-index symptom.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1396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CREATE INDEX ON table(column);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505456"/>
            <a:ext cx="8595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05456"/>
            <a:ext cx="54864" cy="731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642616"/>
            <a:ext cx="384048" cy="384048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loops on Inner Node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2852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Scan ... (actual time=0.8 rows=1 loops=10000)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5511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0.8ms × 10,000 = 8 seconds for that node alone. Classic N+1 in disguise.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935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Rewrite as JOIN or add covering index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00984"/>
            <a:ext cx="8595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300984"/>
            <a:ext cx="54864" cy="731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438144"/>
            <a:ext cx="384048" cy="384048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Spilling to Disk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14400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Method: external merge  Disk: 32768kB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3467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didn't fit in work_mem. Disk I/O is orders of magnitude slower.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30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SET work_mem = '256MB';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096512"/>
            <a:ext cx="8595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096512"/>
            <a:ext cx="54864" cy="731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233672"/>
            <a:ext cx="384048" cy="384048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4151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Buffer Reads (Not Cached)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14400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Buffers: shared hit=10  read=12000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4142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disk reads vs. cache hits. Data not in shared_buffers — heavy I/O.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4526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Add index, or increase shared_buffers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684</Words>
  <Application>Microsoft Office PowerPoint</Application>
  <PresentationFormat>On-screen Show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 ANALYZE in PostgreSQL</dc:title>
  <dc:subject>PptxGenJS Presentation</dc:subject>
  <dc:creator>PptxGenJS</dc:creator>
  <cp:lastModifiedBy>Elite</cp:lastModifiedBy>
  <cp:revision>6</cp:revision>
  <dcterms:created xsi:type="dcterms:W3CDTF">2026-05-18T08:37:01Z</dcterms:created>
  <dcterms:modified xsi:type="dcterms:W3CDTF">2026-05-18T16:00:41Z</dcterms:modified>
</cp:coreProperties>
</file>